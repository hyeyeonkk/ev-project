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61" r:id="rId5"/>
    <p:sldId id="2147471616" r:id="rId6"/>
    <p:sldId id="2147471716" r:id="rId7"/>
    <p:sldId id="2147471766" r:id="rId8"/>
    <p:sldId id="2147471707" r:id="rId9"/>
    <p:sldId id="2147471767" r:id="rId10"/>
    <p:sldId id="2147471708" r:id="rId11"/>
    <p:sldId id="2147471709" r:id="rId12"/>
    <p:sldId id="2147471613" r:id="rId13"/>
    <p:sldId id="2147471768" r:id="rId14"/>
    <p:sldId id="2147471614" r:id="rId15"/>
    <p:sldId id="2147471615" r:id="rId16"/>
    <p:sldId id="2147471769" r:id="rId17"/>
    <p:sldId id="2147471717" r:id="rId18"/>
    <p:sldId id="257" r:id="rId19"/>
    <p:sldId id="30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F93A1D-5A18-4056-864A-CD211882B54F}" v="1" dt="2026-04-13T09:14:12.552"/>
  </p1510:revLst>
</p1510:revInfo>
</file>

<file path=ppt/tableStyles.xml><?xml version="1.0" encoding="utf-8"?>
<a:tblStyleLst xmlns:a="http://schemas.openxmlformats.org/drawingml/2006/main" def="{605943CB-6F42-4776-B506-94E284F2829C}">
  <a:tblStyle styleId="{605943CB-6F42-4776-B506-94E284F2829C}" styleName="Brand Tab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DE8A128-FD69-4F98-BC96-439F510B2832}" styleName="Brand Table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56CA0EE-1E45-4AA6-A82B-0F5650326712}" styleName="Brand Tabl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0" g="0" b="0"/>
        </a:fontRef>
        <a:schemeClr val="accent1"/>
      </a:tcTxStyle>
      <a:tcStyle>
        <a:tcBdr>
          <a:bottom>
            <a:ln w="19050" cmpd="sng">
              <a:solidFill>
                <a:schemeClr val="accent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B2FE71AF-C406-42DD-AC2B-C6103619A3FC}" styleName="Brand Tabl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12700" cmpd="sng">
              <a:solidFill>
                <a:schemeClr val="bg2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2H>
      <a:tcStyle>
        <a:tcBdr/>
        <a:fill>
          <a:solidFill>
            <a:schemeClr val="bg1">
              <a:lumMod val="95000"/>
            </a:schemeClr>
          </a:solidFill>
        </a:fill>
      </a:tcStyle>
    </a:band2H>
    <a:band2V>
      <a:tcStyle>
        <a:tcBdr/>
        <a:fill>
          <a:solidFill>
            <a:schemeClr val="bg1">
              <a:lumMod val="95000"/>
            </a:schemeClr>
          </a:solidFill>
        </a:fill>
      </a:tcStyle>
    </a:band2V>
    <a:lastCol>
      <a:tcTxStyle b="on">
        <a:fontRef idx="minor">
          <a:scrgbClr r="0" g="0" b="0"/>
        </a:fontRef>
        <a:schemeClr val="tx1"/>
      </a:tcTxStyle>
      <a:tcStyle>
        <a:tcBdr/>
      </a:tcStyle>
    </a:lastCol>
    <a:firstCol>
      <a:tcTxStyle b="on">
        <a:fontRef idx="minor">
          <a:scrgbClr r="0" g="0" b="0"/>
        </a:fontRef>
        <a:schemeClr val="tx1"/>
      </a:tcTxStyle>
      <a:tcStyle>
        <a:tcBdr/>
      </a:tcStyle>
    </a:firstCol>
    <a:lastRow>
      <a:tcTxStyle b="on">
        <a:fontRef idx="minor">
          <a:scrgbClr r="0" g="0" b="0"/>
        </a:fontRef>
        <a:schemeClr val="tx1"/>
      </a:tcTxStyle>
      <a:tcStyle>
        <a:tcBdr/>
        <a:fill>
          <a:solidFill>
            <a:schemeClr val="bg1">
              <a:lumMod val="95000"/>
            </a:schemeClr>
          </a:solidFill>
        </a:fill>
      </a:tcStyle>
    </a:lastRow>
    <a:firstRow>
      <a:tcTxStyle b="on">
        <a:fontRef idx="minor">
          <a:scrgbClr r="109" g="36" b="122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solidFill>
            <a:schemeClr val="bg1">
              <a:lumMod val="95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6301" autoAdjust="0"/>
  </p:normalViewPr>
  <p:slideViewPr>
    <p:cSldViewPr snapToGrid="0">
      <p:cViewPr varScale="1">
        <p:scale>
          <a:sx n="115" d="100"/>
          <a:sy n="115" d="100"/>
        </p:scale>
        <p:origin x="552" y="102"/>
      </p:cViewPr>
      <p:guideLst/>
    </p:cSldViewPr>
  </p:slideViewPr>
  <p:outlineViewPr>
    <p:cViewPr>
      <p:scale>
        <a:sx n="33" d="100"/>
        <a:sy n="33" d="100"/>
      </p:scale>
      <p:origin x="-64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1" d="100"/>
        <a:sy n="21" d="100"/>
      </p:scale>
      <p:origin x="0" y="-219"/>
    </p:cViewPr>
  </p:sorterViewPr>
  <p:notesViewPr>
    <p:cSldViewPr snapToGrid="0">
      <p:cViewPr varScale="1">
        <p:scale>
          <a:sx n="81" d="100"/>
          <a:sy n="81" d="100"/>
        </p:scale>
        <p:origin x="326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36108470-0A10-3643-31CD-6B3A60F35F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8454801-6907-18F1-3003-9C4C11DACBC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78DD9A-6576-4D82-B63F-0E7E0439CF71}" type="datetimeFigureOut">
              <a:rPr lang="ko-KR" altLang="en-US" smtClean="0"/>
              <a:t>2026-04-13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73DE7E-32D8-45CF-B7DE-1675E7D297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AB511BC-C99B-151D-197A-0035622AEC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2873A9-02F9-4BF1-93D0-08EB354BC8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648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BEB4EF7-6755-4417-96B3-8A9D9B3986FB}" type="datetimeFigureOut">
              <a:rPr lang="en-US" smtClean="0"/>
              <a:pPr/>
              <a:t>4/13/2026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8338F507-FFAD-4585-99E0-9DC17883AD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39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5444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06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F507-FFAD-4585-99E0-9DC17883AD4F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220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8C4C564F-54DF-8C5F-8208-487AC945D740}"/>
              </a:ext>
            </a:extLst>
          </p:cNvPr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49" y="1715"/>
            <a:ext cx="12188951" cy="685628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anchor="t" anchorCtr="0"/>
          <a:lstStyle>
            <a:lvl1pPr algn="l" latinLnBrk="0">
              <a:lnSpc>
                <a:spcPct val="100000"/>
              </a:lnSpc>
              <a:spcBef>
                <a:spcPts val="0"/>
              </a:spcBef>
              <a:defRPr sz="48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89254151-BDB2-CEF8-D0C2-995BDDCD90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0050" y="381714"/>
            <a:ext cx="25999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188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E0745CB-2FF7-A852-6865-A8F426EE120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Click icon to add cover image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5664555" cy="182880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98AB6ED3-C5F6-877C-DAED-BEF7F30459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1903" y="6054487"/>
            <a:ext cx="4684447" cy="453228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400" b="0"/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subtitle style</a:t>
            </a:r>
          </a:p>
        </p:txBody>
      </p:sp>
      <p:pic>
        <p:nvPicPr>
          <p:cNvPr id="8" name="그래픽 7">
            <a:extLst>
              <a:ext uri="{FF2B5EF4-FFF2-40B4-BE49-F238E27FC236}">
                <a16:creationId xmlns:a16="http://schemas.microsoft.com/office/drawing/2014/main" id="{8271C222-4B9C-F556-F5D5-37382BCA4E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0050" y="381714"/>
            <a:ext cx="2599902" cy="50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4261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619" y="4007973"/>
            <a:ext cx="4671732" cy="129844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0294" y="402655"/>
            <a:ext cx="5641181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A2C4AA3-8599-3431-5E25-2E68E7DB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7E847C2-FDF0-2666-281D-0E7BA9C6D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009625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29702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856A325-BD6F-C5BC-CCA9-E3CD13BF3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5187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39989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009F94D-8D09-1BAD-D4D4-CF74DB855A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521750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7914" y="400050"/>
            <a:ext cx="5643562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998913"/>
            <a:ext cx="4801396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885DEA1-6BE0-FAB6-014C-4BD4DCF342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62161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0"/>
            <a:ext cx="6602413" cy="56530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998913"/>
            <a:ext cx="3840957" cy="14255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4" name="Slide Number Placeholder 13">
            <a:extLst>
              <a:ext uri="{FF2B5EF4-FFF2-40B4-BE49-F238E27FC236}">
                <a16:creationId xmlns:a16="http://schemas.microsoft.com/office/drawing/2014/main" id="{83F37CB8-4B0C-85FD-979D-0EFBFDE2A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51FEBD7-F7AA-C327-4BF3-7A7226483A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551839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 latinLnBrk="0">
              <a:defRPr lang="en-US" sz="4800" dirty="0"/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2408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D2CF944E-CA0D-78C4-2738-7FF65A3C61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796C72D-99B3-A59D-3B8F-82994CABB4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97949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074E594-75BC-BB21-5CB5-2ECACC576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772" y="3459958"/>
            <a:ext cx="5645841" cy="2593275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78D8C702-FC4B-D3F7-8D51-D2B3DFBA1C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170D3E2-15AF-1A83-5331-D07A37FE53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5478304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50A2C7B7-9D29-E058-E1D5-11CACA1525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88951" cy="6858001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39E65-4ABC-F7FC-FCE0-B29255497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430" y="3372236"/>
            <a:ext cx="5641183" cy="1414180"/>
          </a:xfrm>
        </p:spPr>
        <p:txBody>
          <a:bodyPr vert="horz" lIns="0" tIns="0" rIns="0" bIns="0" rtlCol="0" anchor="b" anchorCtr="0">
            <a:noAutofit/>
          </a:bodyPr>
          <a:lstStyle>
            <a:lvl1pPr>
              <a:defRPr lang="en-US" sz="48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D4AC-270A-4483-7315-655B46AA98C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93823" y="576072"/>
            <a:ext cx="3462095" cy="4308872"/>
          </a:xfrm>
        </p:spPr>
        <p:txBody>
          <a:bodyPr wrap="square">
            <a:spAutoFit/>
          </a:bodyPr>
          <a:lstStyle>
            <a:lvl1pPr marL="0" indent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3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F9F556-4510-F7DD-B333-C401D75BD79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2432" y="5029715"/>
            <a:ext cx="5641182" cy="990083"/>
          </a:xfrm>
        </p:spPr>
        <p:txBody>
          <a:bodyPr/>
          <a:lstStyle>
            <a:lvl1pPr>
              <a:spcAft>
                <a:spcPts val="0"/>
              </a:spcAft>
              <a:defRPr sz="1400" b="0">
                <a:latin typeface="+mj-lt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6EDDF0F-F4F8-2669-FD63-410B84DD24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391B3-FAB2-57D2-D639-330BF7D03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97553-21FE-267B-399B-8A82749A8571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5186386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7531331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7199" y="919162"/>
            <a:ext cx="3712881" cy="1938338"/>
          </a:xfrm>
        </p:spPr>
        <p:txBody>
          <a:bodyPr/>
          <a:lstStyle>
            <a:lvl1pPr latinLnBrk="0">
              <a:lnSpc>
                <a:spcPct val="100000"/>
              </a:lnSpc>
              <a:defRPr sz="4000" b="1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518CD4E-B949-EF88-4945-7E36C0015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77199" y="2971800"/>
            <a:ext cx="3724275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1B221CD7-8C1F-AC7C-81CD-14A3D8D75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9AC8F1-044B-CA3F-A5AA-B1BBA6E3B97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16762825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1" y="0"/>
            <a:ext cx="6620719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351" y="919162"/>
            <a:ext cx="4671730" cy="1938337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8351" y="2971800"/>
            <a:ext cx="4671729" cy="296703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24D060-2DF3-9812-318B-BA374C449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8DA37D-6306-1D8D-A6EC-CE9A50EA9FEB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42896579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5648448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9488" y="400051"/>
            <a:ext cx="5632168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9488" y="1946275"/>
            <a:ext cx="5632167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4534F-9070-2526-199E-F1E4ECFFA1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A5C548-2BA1-56A8-1628-216F8C2B14AA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20902670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" y="0"/>
            <a:ext cx="4676174" cy="6858000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063" y="400051"/>
            <a:ext cx="6602593" cy="917574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4" y="1946275"/>
            <a:ext cx="6602592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Slide Number Placeholder 13">
            <a:extLst>
              <a:ext uri="{FF2B5EF4-FFF2-40B4-BE49-F238E27FC236}">
                <a16:creationId xmlns:a16="http://schemas.microsoft.com/office/drawing/2014/main" id="{3BE7552A-3D06-4BDA-8BCC-BB2CCD97B4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67382-F49F-D07F-2E88-4E9660208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8AA575-4618-D880-E2D0-42D43C6DE624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Samil PwC</a:t>
            </a:r>
          </a:p>
        </p:txBody>
      </p:sp>
    </p:spTree>
    <p:extLst>
      <p:ext uri="{BB962C8B-B14F-4D97-AF65-F5344CB8AC3E}">
        <p14:creationId xmlns:p14="http://schemas.microsoft.com/office/powerpoint/2010/main" val="37422578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E03C5ED-E0DF-61C8-7A95-440C9F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920" y="400051"/>
            <a:ext cx="4274253" cy="1428750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239A05D4-BAD9-49A7-3229-41686BA7F4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1920" y="1956003"/>
            <a:ext cx="4274253" cy="3982835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CDA1-5DA8-C359-F2B1-BC10C80366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063" y="400051"/>
            <a:ext cx="6591017" cy="5538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8872EE6-00EE-7E3B-FF0A-4031AD0A1F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B9F1EC1-EAD2-AAC7-D88F-1A9B10D186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0772111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5504"/>
            <a:ext cx="4182718" cy="1846659"/>
          </a:xfrm>
        </p:spPr>
        <p:txBody>
          <a:bodyPr wrap="square" anchor="b" anchorCtr="0">
            <a:spAutoFit/>
          </a:bodyPr>
          <a:lstStyle>
            <a:lvl1pPr latinLnBrk="0">
              <a:lnSpc>
                <a:spcPct val="10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209696" y="794063"/>
            <a:ext cx="6589884" cy="3328416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97BC8435-1364-314D-C920-74E9DED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6EA2C28-A5AF-E976-CA7E-10785AC48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71857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6DE5500C-FE6E-579B-63C3-09F6ADCF90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DD78BEAF-F2F8-DC26-B864-8F818213806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09696" y="786384"/>
            <a:ext cx="5754687" cy="3195638"/>
          </a:xfrm>
        </p:spPr>
        <p:txBody>
          <a:bodyPr tIns="73152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 b="0">
                <a:latin typeface="+mj-lt"/>
              </a:defRPr>
            </a:lvl1pPr>
            <a:lvl2pPr marL="690563" indent="-57308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 sz="2800"/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9F92F9D-4603-4E22-6B2D-293F458D7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7036844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D73A66C0-F670-A68E-E8AB-864BA888682B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281363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 dirty="0"/>
          </a:p>
        </p:txBody>
      </p:sp>
      <p:sp>
        <p:nvSpPr>
          <p:cNvPr id="6" name="Table Placeholder 6">
            <a:extLst>
              <a:ext uri="{FF2B5EF4-FFF2-40B4-BE49-F238E27FC236}">
                <a16:creationId xmlns:a16="http://schemas.microsoft.com/office/drawing/2014/main" id="{CE0852A2-F289-0299-38DA-54988A9CF403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7619309" y="818982"/>
            <a:ext cx="4182719" cy="2685354"/>
          </a:xfrm>
        </p:spPr>
        <p:txBody>
          <a:bodyPr tIns="457200"/>
          <a:lstStyle>
            <a:lvl1pPr algn="ctr">
              <a:defRPr sz="1800"/>
            </a:lvl1pPr>
          </a:lstStyle>
          <a:p>
            <a:r>
              <a:rPr lang="ko-KR" altLang="en-US"/>
              <a:t>표를 추가하려면 아이콘을 클릭하십시오</a:t>
            </a:r>
            <a:endParaRPr lang="en-US" dirty="0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417BEBC1-805D-DD3E-7FB7-E733D35B8E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CD8E761-0F43-B30A-C04D-0F8043FB9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297651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4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6A14-ADD8-5266-1DE1-0BDFE2DFE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052" y="3343811"/>
            <a:ext cx="4182718" cy="1846659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6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3079065-EEA7-BD3F-374F-2BD4FA174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D9EB10B1-191A-630B-CAE5-F7CB250CA41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281363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B735FB7-5411-F2F1-D974-F773B1B836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08392" y="917575"/>
            <a:ext cx="4224722" cy="2589534"/>
          </a:xfrm>
        </p:spPr>
        <p:txBody>
          <a:bodyPr vert="horz" lIns="0" tIns="73152" rIns="91440" bIns="0" rtlCol="0">
            <a:noAutofit/>
          </a:bodyPr>
          <a:lstStyle>
            <a:lvl1pPr>
              <a:defRPr lang="ko-KR" altLang="en-US" sz="2400" b="0" smtClean="0">
                <a:latin typeface="+mj-lt"/>
              </a:defRPr>
            </a:lvl1pPr>
          </a:lstStyle>
          <a:p>
            <a:pPr lvl="0">
              <a:spcAft>
                <a:spcPts val="0"/>
              </a:spcAft>
              <a:tabLst/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B6893168-8476-2543-98DE-03343D99F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712516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6606383" cy="91528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6606383" cy="400050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F5067027-47B9-E695-A24C-1792F34C76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7281868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3"/>
            <a:ext cx="11453638" cy="4046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0DF1CAE-AD0F-3704-E516-EFF052A288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C9977E-07C7-6A42-E691-FD4699CEC9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9364" y="885381"/>
            <a:ext cx="11454336" cy="521144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90265C7-5AAC-0489-DEB2-CECC63DAC28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D7832EF6-7DE5-F7A1-5B88-AE6D262A03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392806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CBFC34-8CB2-CC41-3972-5FC87B9BDCE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69888" y="1924050"/>
            <a:ext cx="5285403" cy="40481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F37A09F-4048-050A-FDB3-83EC9C37253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149975" y="1924050"/>
            <a:ext cx="5285403" cy="40481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E24C1953-6774-4962-D21C-79F931E8A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1F2F2D79-F492-456F-DE65-95723B9F82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825987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62" y="370062"/>
            <a:ext cx="11453638" cy="4046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A24DD9E3-0BCC-FF96-2B5A-1C600C721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241698-5CD8-C604-8076-E2C7174471A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9364" y="886968"/>
            <a:ext cx="11454336" cy="519557"/>
          </a:xfrm>
        </p:spPr>
        <p:txBody>
          <a:bodyPr/>
          <a:lstStyle>
            <a:lvl1pPr>
              <a:defRPr sz="1800"/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364D4B-08FC-0F72-14EE-FFE49CBE3E8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368301" y="1924050"/>
            <a:ext cx="5284844" cy="40481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7630663-0430-1D7C-EBF0-D28C79961C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9975" y="1924050"/>
            <a:ext cx="5284845" cy="40481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GB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D9B597E-D11F-07E6-0067-396C5F9056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541754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3492184"/>
            <a:ext cx="3840957" cy="245459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4510882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FD3C8C-DE95-11CF-E112-F1CDEBBBAF2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8" y="402432"/>
            <a:ext cx="2514282" cy="245506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B0E27A5-BC84-EBC4-82C5-E8CF838E4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0436BDD-C70B-A8C6-A9B4-D61048276F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91000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wo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0161467A-7063-86D7-24E8-072DC8FE5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3840958" cy="556688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201444" y="402432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9037637" y="402336"/>
            <a:ext cx="2514283" cy="24551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201444" y="2977040"/>
            <a:ext cx="3649948" cy="2455068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037637" y="2977040"/>
            <a:ext cx="2514283" cy="248602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C21211E5-4A9D-2EA5-349A-BFEBB51D88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F3426C9-35DE-4F39-4A5D-C5BE0501A9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274487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 Matrix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F9B4C70A-448E-FF82-4DED-5DB3D9F57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A843832-4448-8151-AB96-D139EF43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31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42546D2-619E-D256-A62A-62019DAA477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1363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51EE832E-3DC6-D6FD-08F2-B144435DF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2831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F6631A4-F894-4AFF-B75F-0AABD9BAEA0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281363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BF7E05F9-3B71-A92F-C27D-3EA729554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60294" y="1431438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CDEC8E4-3556-9DFF-F8E0-3E599203F394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37638" y="1421451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5436620D-30A8-EA32-EBA9-0FB0D98A3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0294" y="3486944"/>
            <a:ext cx="2657075" cy="1938825"/>
          </a:xfrm>
          <a:solidFill>
            <a:schemeClr val="bg2"/>
          </a:solidFill>
        </p:spPr>
        <p:txBody>
          <a:bodyPr tIns="731520"/>
          <a:lstStyle>
            <a:lvl1pPr algn="ctr" latinLnBrk="0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8EEADAB-1623-2FF8-2487-6AA4F7EC3587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037638" y="3486944"/>
            <a:ext cx="2514283" cy="193881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634351F-B70F-FAD9-F7BB-519E4552F5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D14A64E-64B4-8591-EB11-F73A20150E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5904677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B73B279-0425-58C9-A443-09B373446F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7B17E41-9C66-3146-B374-F4EE7CAB61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4118392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69EA8B36-F386-C764-DAD6-33D7736D9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946275"/>
            <a:ext cx="3280410" cy="39925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46275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B7BD091D-1A71-D98C-9FBE-055914E89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9B74FBD-332C-1D36-4AA9-1E36A0F76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793709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73FDB890-3693-B329-5A7C-C65A3B124F7E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410808" y="1439508"/>
            <a:ext cx="5237163" cy="4510088"/>
          </a:xfrm>
        </p:spPr>
        <p:txBody>
          <a:bodyPr/>
          <a:lstStyle/>
          <a:p>
            <a:r>
              <a:rPr lang="ko-KR" altLang="en-US"/>
              <a:t>차트를 추가하려면 아이콘을 클릭하십시오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6867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9048041" y="2468208"/>
            <a:ext cx="2754667" cy="348138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06046AFA-0660-1D2A-C174-4EABDBEAAA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0ACC21C-B431-050A-654B-071D0D988D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798836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957033"/>
            <a:ext cx="3280410" cy="399256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E6F2E23D-BB9F-B34F-EC85-66F73AA73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3A6F816-0190-05EE-AB74-109D8AE38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21577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 and Fou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D560317-BC9E-E5E9-EC4B-BE83B3CA1553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3280410" cy="1535153"/>
          </a:xfrm>
        </p:spPr>
        <p:txBody>
          <a:bodyPr wrap="square">
            <a:no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614568"/>
            <a:ext cx="3280410" cy="2270480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48E7DA0-330F-0EFA-F5EA-9B8D8ADDB8B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8087958" y="1957034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1500"/>
            </a:lvl1pPr>
            <a:lvl2pPr>
              <a:lnSpc>
                <a:spcPct val="100000"/>
              </a:lnSpc>
              <a:spcBef>
                <a:spcPts val="0"/>
              </a:spcBef>
              <a:defRPr sz="4500">
                <a:latin typeface="+mn-lt"/>
              </a:defRPr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F934F8D-EEE5-A5C7-4F51-62B220EA007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242435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6F4A050-73C7-4EF8-22E1-17E2117180F0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8087958" y="3727982"/>
            <a:ext cx="3280410" cy="152752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sz="4500" b="0"/>
            </a:lvl1pPr>
            <a:lvl2pPr>
              <a:lnSpc>
                <a:spcPct val="100000"/>
              </a:lnSpc>
              <a:spcBef>
                <a:spcPts val="0"/>
              </a:spcBef>
              <a:defRPr sz="1200"/>
            </a:lvl2pPr>
            <a:lvl3pPr marL="0" indent="0">
              <a:spcBef>
                <a:spcPts val="100"/>
              </a:spcBef>
              <a:buNone/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1F2E443D-FB19-EC91-F034-92383A4D9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6CC9E6B-5B17-A950-147A-ABA2D452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758522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Two Small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9CDDF52B-DBF3-6EA5-316F-86B168D5B3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440338"/>
            <a:ext cx="3448050" cy="4498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1440338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1440339"/>
            <a:ext cx="3280410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3689588"/>
            <a:ext cx="3621405" cy="2257189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45FB2FC1-37EA-E80B-8E2C-5BB79F82C5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7E04EDD-A168-5DB0-4D27-AFE0E43052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1985979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2157443-656C-E355-D086-838984BE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C4FF4641-ED6B-EA6B-E1D6-5913E5D1C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0005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738BD24F-B7A9-6A5E-4B91-293E35C96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247197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3EA62964-C972-788F-A145-641910913B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084820" y="1434783"/>
            <a:ext cx="3621405" cy="2449830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8120"/>
            <a:ext cx="3280410" cy="1930718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FE222EB9-6543-2E06-6048-C32D6D58FB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5A1E08A-92BA-B730-5F58-CCC1B39356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264850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Two Image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32898A4C-932E-23E9-DC30-A54F1747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02723"/>
            <a:ext cx="3389473" cy="192992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D986D8FF-CF64-064A-9F64-6F1DDA4C9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242435" y="410052"/>
            <a:ext cx="3621405" cy="3474561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84820" y="410052"/>
            <a:ext cx="3621405" cy="3474561"/>
          </a:xfrm>
          <a:solidFill>
            <a:schemeClr val="bg2"/>
          </a:solidFill>
        </p:spPr>
        <p:txBody>
          <a:bodyPr tIns="73152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4007380"/>
            <a:ext cx="3280410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A0EF6EA-3F57-5496-E0F3-4864ED1104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B304528-2A18-F534-DB1F-C688A838FF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7324505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1946275"/>
            <a:ext cx="2757805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1946275"/>
            <a:ext cx="2752324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1946275"/>
            <a:ext cx="2749927" cy="40354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BCCFAC37-C331-299A-576E-FB4D9E873F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D0D0E3D-44AA-F788-7D0E-6D381C8228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4278286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Placeholder 1">
            <a:extLst>
              <a:ext uri="{FF2B5EF4-FFF2-40B4-BE49-F238E27FC236}">
                <a16:creationId xmlns:a16="http://schemas.microsoft.com/office/drawing/2014/main" id="{281D6954-23FD-DBC4-8238-AE64FBE57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242435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084820" y="3484563"/>
            <a:ext cx="3280410" cy="245427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3B9F6906-FD55-4ECF-BC68-21EDA9D471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AE82FD-0055-0A27-B41F-BDF28E6BD5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9831460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663492E0-8524-F0F0-654F-078445BB7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617" y="3484563"/>
            <a:ext cx="2757805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75769" y="3484563"/>
            <a:ext cx="2752324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2459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484563"/>
            <a:ext cx="2749927" cy="249713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8A6C4D-3F5E-1CC8-64FD-F01177BD1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47FBFB5-BA91-AA02-B93D-D9D8EAC29D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43578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 Intro Four Content Four Infographic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Placeholder 1">
            <a:extLst>
              <a:ext uri="{FF2B5EF4-FFF2-40B4-BE49-F238E27FC236}">
                <a16:creationId xmlns:a16="http://schemas.microsoft.com/office/drawing/2014/main" id="{36A1FE59-52D8-7819-FCA0-4B8512415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2908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F624C-8E74-64EA-25D6-81C018D703C7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2401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5BA71C3-8B98-CBAD-967B-B8C200A9F9D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181894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83A7053-6A7D-A8F8-4656-87270953BD60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71386" y="2975077"/>
            <a:ext cx="2730641" cy="2956580"/>
          </a:xfrm>
          <a:solidFill>
            <a:srgbClr val="FFE8D4"/>
          </a:solidFill>
        </p:spPr>
        <p:txBody>
          <a:bodyPr lIns="182880" tIns="1645920"/>
          <a:lstStyle>
            <a:lvl1pPr>
              <a:spcAft>
                <a:spcPts val="1200"/>
              </a:spcAft>
              <a:defRPr sz="1400"/>
            </a:lvl1pPr>
            <a:lvl2pPr>
              <a:spcBef>
                <a:spcPts val="0"/>
              </a:spcBef>
              <a:spcAft>
                <a:spcPts val="1200"/>
              </a:spcAft>
              <a:defRPr sz="14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9EBCD51-8DA2-A863-38B9-4D39E92CBC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D80E08F-9CFF-A0A0-CB3A-AC9CDC3AD14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00050" y="1428750"/>
            <a:ext cx="5639514" cy="1428750"/>
          </a:xfrm>
        </p:spPr>
        <p:txBody>
          <a:bodyPr rIns="91440"/>
          <a:lstStyle>
            <a:lvl1pPr>
              <a:defRPr sz="20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AB0EEB4-382A-4329-E7B8-972AB50F5E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635677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Four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68A701A6-89AB-4B4D-0870-B17023D69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0716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1" name="Picture Placeholder 14">
            <a:extLst>
              <a:ext uri="{FF2B5EF4-FFF2-40B4-BE49-F238E27FC236}">
                <a16:creationId xmlns:a16="http://schemas.microsoft.com/office/drawing/2014/main" id="{5F5E5E69-4FFF-DFC2-659C-7E55787A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7669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 latinLnBrk="0">
              <a:defRPr lang="en-US" dirty="0"/>
            </a:lvl1pPr>
          </a:lstStyle>
          <a:p>
            <a:pPr lvl="0" algn="ctr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669" y="3998913"/>
            <a:ext cx="2757805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2" name="Picture Placeholder 14">
            <a:extLst>
              <a:ext uri="{FF2B5EF4-FFF2-40B4-BE49-F238E27FC236}">
                <a16:creationId xmlns:a16="http://schemas.microsoft.com/office/drawing/2014/main" id="{FEE2C3B1-D32B-2DC8-8154-D81D14148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8982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A5DA3B61-E81A-0B10-D611-AF1F185E4D0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89821" y="3998913"/>
            <a:ext cx="2752324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E4143737-9FAE-4BEB-0906-D059D53A4E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66511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BF0C713-EACB-22E0-3AE1-304A75F202F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66511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4" name="Picture Placeholder 14">
            <a:extLst>
              <a:ext uri="{FF2B5EF4-FFF2-40B4-BE49-F238E27FC236}">
                <a16:creationId xmlns:a16="http://schemas.microsoft.com/office/drawing/2014/main" id="{5FAA5E52-06C6-50C6-842F-09B2897EB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048456" y="1428750"/>
            <a:ext cx="2647951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C2AF188-3D2C-76B0-48DA-0C564B177921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9048456" y="3998913"/>
            <a:ext cx="2749927" cy="19827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404392E8-8FC9-D8AC-538E-69F5A15C1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35832B9-C082-99BB-4F47-2F2EA6666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8798695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On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3858E610-9BD2-B05C-EB3A-1A76DB512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6"/>
            <a:ext cx="11394851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DB5F46A-D65E-8319-07D3-423E64224A7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0050" y="1443674"/>
            <a:ext cx="2596899" cy="3980813"/>
          </a:xfrm>
        </p:spPr>
        <p:txBody>
          <a:bodyPr/>
          <a:lstStyle>
            <a:lvl1pPr>
              <a:lnSpc>
                <a:spcPct val="100000"/>
              </a:lnSpc>
              <a:spcAft>
                <a:spcPts val="1300"/>
              </a:spcAft>
              <a:defRPr sz="20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3C981AC-1133-16A2-C7BE-8EEEC24A1CC8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293938" y="1443674"/>
            <a:ext cx="2597467" cy="3980813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Picture Placeholder 14">
            <a:extLst>
              <a:ext uri="{FF2B5EF4-FFF2-40B4-BE49-F238E27FC236}">
                <a16:creationId xmlns:a16="http://schemas.microsoft.com/office/drawing/2014/main" id="{A4F26F45-080E-2E94-7AE8-D48A53D6B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7914" y="1428750"/>
            <a:ext cx="5634604" cy="245586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7F220BC4-6918-5D08-690A-5DF19E0F6966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6157913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DA732D9-8671-5C81-D1CA-1C96F66F29C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44749" y="4041936"/>
            <a:ext cx="2765425" cy="192992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6F60ED92-61BC-58F9-6255-C99E6BFB73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AEC589B-A325-BA88-011B-A3B77E90EE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89662641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5F55CA50-833E-6AD7-FF00-933528ACE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DE2265-798C-4C34-2F7A-9E37AD0B72E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2330243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9929FFD-F8B6-8070-3AC3-1EF5C988CD6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9006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A70EFDA-9453-BCA5-D941-12F2ACA2074F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7769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3C9BD80-9837-E8C2-7515-BE852BF7BDF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8086532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28414709-ADE5-C602-1625-C637F6C5FB1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0005295" y="1949196"/>
            <a:ext cx="1796733" cy="352196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2E9AFACD-CF24-6CBE-B881-BC6725753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7BF6FB-C0E6-A748-6D23-5EA595E108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423894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 Six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Placeholder 1">
            <a:extLst>
              <a:ext uri="{FF2B5EF4-FFF2-40B4-BE49-F238E27FC236}">
                <a16:creationId xmlns:a16="http://schemas.microsoft.com/office/drawing/2014/main" id="{9C59803B-BF63-6637-E0C7-431792EDF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3E53EE2-D031-FB0F-FA32-18DFB38D8530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407670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677C545-7EB4-7043-6F4E-6EF59E44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544A30F-D4EB-D59A-37AC-6229A950B4E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326433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C604CA07-6A61-6EE7-9AB7-5D1AC3E61585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2326433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C17F671-8B9C-F9FE-AEDA-9A8FBDDADA36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249006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89B651F7-7166-CE84-83FD-8A58F6870DE8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4249006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ECE30FE5-2A66-1ECD-730E-80C2B769357F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167769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590F1832-1857-55DA-5830-56D2E0B84073}"/>
              </a:ext>
            </a:extLst>
          </p:cNvPr>
          <p:cNvSpPr>
            <a:spLocks noGrp="1"/>
          </p:cNvSpPr>
          <p:nvPr>
            <p:ph idx="23"/>
          </p:nvPr>
        </p:nvSpPr>
        <p:spPr>
          <a:xfrm>
            <a:off x="6167769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67701D3-6751-E230-8414-4D83FACD1903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86532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D9D2967-C22A-B1DF-008F-37A536CDA2A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8086532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464E5050-91BD-1F8D-DCE3-AFCCBA5D49FE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10005295" y="1949410"/>
            <a:ext cx="1800543" cy="1415772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15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50B501A3-4C30-D139-31F2-53CC077019FD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10005295" y="3488436"/>
            <a:ext cx="1796733" cy="2443101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15441E1C-321B-0C48-3C86-6A2676A09A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AB60B1A-071B-35FD-25DB-C518ED2B2D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9156705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래픽 4">
            <a:extLst>
              <a:ext uri="{FF2B5EF4-FFF2-40B4-BE49-F238E27FC236}">
                <a16:creationId xmlns:a16="http://schemas.microsoft.com/office/drawing/2014/main" id="{AECFBA4A-72DC-1514-2150-DE3C44E01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3135" y="593396"/>
            <a:ext cx="628253" cy="53304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3135" y="1317530"/>
            <a:ext cx="5668962" cy="3758184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000" b="0" spc="-50" baseline="0">
                <a:latin typeface="+mj-lt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883" y="4983333"/>
            <a:ext cx="4684467" cy="10148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C901CE32-26BB-268E-2590-66DB5ADDFD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1E639035-43A1-2F9E-CCD8-0EB17F6A3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80153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60655EE7-5FC0-8DDF-88F0-21ECCBD7D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150276" y="393871"/>
            <a:ext cx="5660724" cy="4544842"/>
          </a:xfrm>
          <a:custGeom>
            <a:avLst/>
            <a:gdLst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0 w 5660724"/>
              <a:gd name="connsiteY3" fmla="*/ 4544842 h 4544842"/>
              <a:gd name="connsiteX4" fmla="*/ 0 w 5660724"/>
              <a:gd name="connsiteY4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056464 w 5660724"/>
              <a:gd name="connsiteY3" fmla="*/ 4536269 h 4544842"/>
              <a:gd name="connsiteX4" fmla="*/ 0 w 5660724"/>
              <a:gd name="connsiteY4" fmla="*/ 4544842 h 4544842"/>
              <a:gd name="connsiteX5" fmla="*/ 0 w 5660724"/>
              <a:gd name="connsiteY5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643204 w 5660724"/>
              <a:gd name="connsiteY3" fmla="*/ 452102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231724 w 5660724"/>
              <a:gd name="connsiteY3" fmla="*/ 40714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25144 w 5660724"/>
              <a:gd name="connsiteY3" fmla="*/ 378188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056464 w 5660724"/>
              <a:gd name="connsiteY4" fmla="*/ 453626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612724 w 5660724"/>
              <a:gd name="connsiteY4" fmla="*/ 4528649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34143 w 5660724"/>
              <a:gd name="connsiteY4" fmla="*/ 4442924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909904 w 5660724"/>
              <a:gd name="connsiteY3" fmla="*/ 4109549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771791 w 5660724"/>
              <a:gd name="connsiteY3" fmla="*/ 3971436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544842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60724 w 5660724"/>
              <a:gd name="connsiteY2" fmla="*/ 4113836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72631"/>
              <a:gd name="connsiteY0" fmla="*/ 0 h 4544842"/>
              <a:gd name="connsiteX1" fmla="*/ 5660724 w 5672631"/>
              <a:gd name="connsiteY1" fmla="*/ 0 h 4544842"/>
              <a:gd name="connsiteX2" fmla="*/ 5672631 w 5672631"/>
              <a:gd name="connsiteY2" fmla="*/ 4054305 h 4544842"/>
              <a:gd name="connsiteX3" fmla="*/ 2874185 w 5672631"/>
              <a:gd name="connsiteY3" fmla="*/ 4114311 h 4544842"/>
              <a:gd name="connsiteX4" fmla="*/ 2593674 w 5672631"/>
              <a:gd name="connsiteY4" fmla="*/ 4535793 h 4544842"/>
              <a:gd name="connsiteX5" fmla="*/ 0 w 5672631"/>
              <a:gd name="connsiteY5" fmla="*/ 4544842 h 4544842"/>
              <a:gd name="connsiteX6" fmla="*/ 0 w 5672631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14311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  <a:gd name="connsiteX0" fmla="*/ 0 w 5660724"/>
              <a:gd name="connsiteY0" fmla="*/ 0 h 4544842"/>
              <a:gd name="connsiteX1" fmla="*/ 5660724 w 5660724"/>
              <a:gd name="connsiteY1" fmla="*/ 0 h 4544842"/>
              <a:gd name="connsiteX2" fmla="*/ 5655963 w 5660724"/>
              <a:gd name="connsiteY2" fmla="*/ 4120980 h 4544842"/>
              <a:gd name="connsiteX3" fmla="*/ 2874185 w 5660724"/>
              <a:gd name="connsiteY3" fmla="*/ 4121455 h 4544842"/>
              <a:gd name="connsiteX4" fmla="*/ 2593674 w 5660724"/>
              <a:gd name="connsiteY4" fmla="*/ 4535793 h 4544842"/>
              <a:gd name="connsiteX5" fmla="*/ 0 w 5660724"/>
              <a:gd name="connsiteY5" fmla="*/ 4544842 h 4544842"/>
              <a:gd name="connsiteX6" fmla="*/ 0 w 5660724"/>
              <a:gd name="connsiteY6" fmla="*/ 0 h 4544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60724" h="4544842">
                <a:moveTo>
                  <a:pt x="0" y="0"/>
                </a:moveTo>
                <a:lnTo>
                  <a:pt x="5660724" y="0"/>
                </a:lnTo>
                <a:lnTo>
                  <a:pt x="5655963" y="4120980"/>
                </a:lnTo>
                <a:lnTo>
                  <a:pt x="2874185" y="4121455"/>
                </a:lnTo>
                <a:lnTo>
                  <a:pt x="2593674" y="4535793"/>
                </a:lnTo>
                <a:lnTo>
                  <a:pt x="0" y="4544842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tIns="1280160"/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1A378F0-4CD0-C4E0-D2F7-5959B577E1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E6386AA-AFD4-DD3A-1EA2-E08A1949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4CB02A23-CA94-C535-D36E-6B240D9F35B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150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Image Gra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1A1D7-A824-48A0-3E0C-4A7C86CA63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6516" y="-300748"/>
            <a:ext cx="5647097" cy="249299"/>
          </a:xfrm>
        </p:spPr>
        <p:txBody>
          <a:bodyPr wrap="square">
            <a:spAutoFit/>
          </a:bodyPr>
          <a:lstStyle>
            <a:lvl1pPr>
              <a:defRPr sz="1800" b="0"/>
            </a:lvl1pPr>
          </a:lstStyle>
          <a:p>
            <a:r>
              <a:rPr lang="en-US" dirty="0"/>
              <a:t>Title for accessibility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516" y="3485571"/>
            <a:ext cx="5498502" cy="250327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3200" b="0" spc="-5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AE626E5-51F6-0BEB-2AFE-FE78E1409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6163970" y="400050"/>
            <a:ext cx="5637503" cy="4521510"/>
          </a:xfrm>
          <a:custGeom>
            <a:avLst/>
            <a:gdLst>
              <a:gd name="connsiteX0" fmla="*/ 0 w 5637503"/>
              <a:gd name="connsiteY0" fmla="*/ 0 h 4521510"/>
              <a:gd name="connsiteX1" fmla="*/ 5637503 w 5637503"/>
              <a:gd name="connsiteY1" fmla="*/ 0 h 4521510"/>
              <a:gd name="connsiteX2" fmla="*/ 5636321 w 5637503"/>
              <a:gd name="connsiteY2" fmla="*/ 2101892 h 4521510"/>
              <a:gd name="connsiteX3" fmla="*/ 5635136 w 5637503"/>
              <a:gd name="connsiteY3" fmla="*/ 4208474 h 4521510"/>
              <a:gd name="connsiteX4" fmla="*/ 2786509 w 5637503"/>
              <a:gd name="connsiteY4" fmla="*/ 4206576 h 4521510"/>
              <a:gd name="connsiteX5" fmla="*/ 2583036 w 5637503"/>
              <a:gd name="connsiteY5" fmla="*/ 4512498 h 4521510"/>
              <a:gd name="connsiteX6" fmla="*/ 0 w 5637503"/>
              <a:gd name="connsiteY6" fmla="*/ 4521510 h 4521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37503" h="4521510">
                <a:moveTo>
                  <a:pt x="0" y="0"/>
                </a:moveTo>
                <a:lnTo>
                  <a:pt x="5637503" y="0"/>
                </a:lnTo>
                <a:lnTo>
                  <a:pt x="5636321" y="2101892"/>
                </a:lnTo>
                <a:cubicBezTo>
                  <a:pt x="5636518" y="2804481"/>
                  <a:pt x="5636716" y="3507070"/>
                  <a:pt x="5635136" y="4208474"/>
                </a:cubicBezTo>
                <a:lnTo>
                  <a:pt x="2786509" y="4206576"/>
                </a:lnTo>
                <a:lnTo>
                  <a:pt x="2583036" y="4512498"/>
                </a:lnTo>
                <a:lnTo>
                  <a:pt x="0" y="452151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1280160" bIns="2743200" anchor="t" anchorCtr="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0276" y="4987818"/>
            <a:ext cx="5660724" cy="730266"/>
          </a:xfrm>
        </p:spPr>
        <p:txBody>
          <a:bodyPr/>
          <a:lstStyle>
            <a:lvl1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/>
            </a:lvl1pPr>
            <a:lvl2pPr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defRPr sz="160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07A1FB0A-E7CA-63CD-DB09-C9F16CA915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181BCA3-5F06-69DF-905E-B2F051857A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pic>
        <p:nvPicPr>
          <p:cNvPr id="5" name="그래픽 4">
            <a:extLst>
              <a:ext uri="{FF2B5EF4-FFF2-40B4-BE49-F238E27FC236}">
                <a16:creationId xmlns:a16="http://schemas.microsoft.com/office/drawing/2014/main" id="{F270A733-09D9-897F-C8C2-69F83980D5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1000" y="2732672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9881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743AD5A7-567D-9EC7-BECB-71D2480F2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339CEB-91F9-B7FD-86D6-A4C114DA30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3536" y="400051"/>
            <a:ext cx="6078018" cy="5024273"/>
          </a:xfrm>
          <a:custGeom>
            <a:avLst/>
            <a:gdLst>
              <a:gd name="connsiteX0" fmla="*/ 0 w 6078018"/>
              <a:gd name="connsiteY0" fmla="*/ 0 h 5024273"/>
              <a:gd name="connsiteX1" fmla="*/ 6078018 w 6078018"/>
              <a:gd name="connsiteY1" fmla="*/ 0 h 5024273"/>
              <a:gd name="connsiteX2" fmla="*/ 6078018 w 6078018"/>
              <a:gd name="connsiteY2" fmla="*/ 4662902 h 5024273"/>
              <a:gd name="connsiteX3" fmla="*/ 3041951 w 6078018"/>
              <a:gd name="connsiteY3" fmla="*/ 4663975 h 5024273"/>
              <a:gd name="connsiteX4" fmla="*/ 2829053 w 6078018"/>
              <a:gd name="connsiteY4" fmla="*/ 5023866 h 5024273"/>
              <a:gd name="connsiteX5" fmla="*/ 0 w 6078018"/>
              <a:gd name="connsiteY5" fmla="*/ 5024273 h 5024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78018" h="5024273">
                <a:moveTo>
                  <a:pt x="0" y="0"/>
                </a:moveTo>
                <a:lnTo>
                  <a:pt x="6078018" y="0"/>
                </a:lnTo>
                <a:lnTo>
                  <a:pt x="6078018" y="4662902"/>
                </a:lnTo>
                <a:lnTo>
                  <a:pt x="3041951" y="4663975"/>
                </a:lnTo>
                <a:lnTo>
                  <a:pt x="2829053" y="5023866"/>
                </a:lnTo>
                <a:lnTo>
                  <a:pt x="0" y="5024273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lIns="411480" tIns="1170432" rIns="365760">
            <a:noAutofit/>
          </a:bodyPr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200" b="0" spc="-5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59197" y="4470739"/>
            <a:ext cx="4704858" cy="51083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961284F9-299F-5762-4D10-4246CB96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7F89228-5FCD-F6E6-C031-BAD76F488A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pic>
        <p:nvPicPr>
          <p:cNvPr id="4" name="그래픽 3">
            <a:extLst>
              <a:ext uri="{FF2B5EF4-FFF2-40B4-BE49-F238E27FC236}">
                <a16:creationId xmlns:a16="http://schemas.microsoft.com/office/drawing/2014/main" id="{10930C58-035E-8597-4888-0400EC94B94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9197" y="769470"/>
            <a:ext cx="628253" cy="53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9205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694" y="4463448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1192" y="737608"/>
            <a:ext cx="5671976" cy="4744821"/>
          </a:xfrm>
          <a:prstGeom prst="rect">
            <a:avLst/>
          </a:prstGeom>
          <a:noFill/>
        </p:spPr>
        <p:txBody>
          <a:bodyPr/>
          <a:lstStyle>
            <a:lvl1pPr latinLnBrk="0">
              <a:lnSpc>
                <a:spcPct val="100000"/>
              </a:lnSpc>
              <a:spcAft>
                <a:spcPts val="0"/>
              </a:spcAft>
              <a:defRPr sz="6600" b="0">
                <a:latin typeface="+mj-lt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E1340CD9-3B8A-B030-B8FC-EAD510678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27C7C1E-51AB-5CD6-ECC2-15496D90CF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449204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2">
    <p:bg>
      <p:bgPr>
        <a:solidFill>
          <a:srgbClr val="DFE3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8206B60F-A556-76A5-2FBC-4C736F4B16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2580D993-B3C4-0C87-4A56-2CC4C2624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775457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3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tx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427FF8A-B4F7-3F6B-6AC3-2F7EC1DCA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78B61B2-F9F6-50DC-CA56-B1A105AF0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465598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Statemen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F2C136D6-EB53-8EAB-067D-F21D72B54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"/>
            <a:ext cx="12192000" cy="6857999"/>
          </a:xfrm>
          <a:solidFill>
            <a:schemeClr val="bg1">
              <a:lumMod val="85000"/>
            </a:schemeClr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2336" y="4462272"/>
            <a:ext cx="4704858" cy="53589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CE2EE15-D090-23D5-91E1-84A48D697B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63056" y="740664"/>
            <a:ext cx="5671976" cy="4744821"/>
          </a:xfrm>
          <a:prstGeom prst="rect">
            <a:avLst/>
          </a:prstGeo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C1E67C1D-7D69-01C7-F212-8FD6EC41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F4249B3-38D3-D354-9630-B932DAC192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8725353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BD055151-7117-866F-6824-F774A7F5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1284" y="3480486"/>
            <a:ext cx="4499480" cy="245835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F96854-0B82-0332-CB0D-B653A0471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0050"/>
            <a:ext cx="6614842" cy="5539040"/>
          </a:xfrm>
          <a:custGeom>
            <a:avLst/>
            <a:gdLst>
              <a:gd name="connsiteX0" fmla="*/ 2370 w 6614842"/>
              <a:gd name="connsiteY0" fmla="*/ 0 h 5539040"/>
              <a:gd name="connsiteX1" fmla="*/ 6614842 w 6614842"/>
              <a:gd name="connsiteY1" fmla="*/ 0 h 5539040"/>
              <a:gd name="connsiteX2" fmla="*/ 6611213 w 6614842"/>
              <a:gd name="connsiteY2" fmla="*/ 5179084 h 5539040"/>
              <a:gd name="connsiteX3" fmla="*/ 3320084 w 6614842"/>
              <a:gd name="connsiteY3" fmla="*/ 5175675 h 5539040"/>
              <a:gd name="connsiteX4" fmla="*/ 3075776 w 6614842"/>
              <a:gd name="connsiteY4" fmla="*/ 5539040 h 5539040"/>
              <a:gd name="connsiteX5" fmla="*/ 0 w 6614842"/>
              <a:gd name="connsiteY5" fmla="*/ 5536403 h 5539040"/>
              <a:gd name="connsiteX6" fmla="*/ 2078 w 6614842"/>
              <a:gd name="connsiteY6" fmla="*/ 2755139 h 553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42" h="5539040">
                <a:moveTo>
                  <a:pt x="2370" y="0"/>
                </a:moveTo>
                <a:lnTo>
                  <a:pt x="6614842" y="0"/>
                </a:lnTo>
                <a:lnTo>
                  <a:pt x="6611213" y="5179084"/>
                </a:lnTo>
                <a:lnTo>
                  <a:pt x="3320084" y="5175675"/>
                </a:lnTo>
                <a:lnTo>
                  <a:pt x="3075776" y="5539040"/>
                </a:lnTo>
                <a:lnTo>
                  <a:pt x="0" y="5536403"/>
                </a:lnTo>
                <a:cubicBezTo>
                  <a:pt x="1583" y="4615367"/>
                  <a:pt x="1979" y="3686592"/>
                  <a:pt x="2078" y="2755139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83E901E5-0C0F-02C2-6E8B-66E81BE06A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94D1C47-791A-4FC0-C33B-8D876A009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0937256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402336"/>
            <a:ext cx="3737453" cy="12953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70" y="2979420"/>
            <a:ext cx="3727450" cy="262096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400"/>
            </a:lvl1pPr>
            <a:lvl2pPr>
              <a:defRPr sz="1400">
                <a:latin typeface="+mj-lt"/>
              </a:defRPr>
            </a:lvl2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A2383-F769-2E5D-64C9-71C8F2AC6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1" hasCustomPrompt="1"/>
          </p:nvPr>
        </p:nvSpPr>
        <p:spPr>
          <a:xfrm>
            <a:off x="5199063" y="402336"/>
            <a:ext cx="6614837" cy="5532376"/>
          </a:xfrm>
          <a:custGeom>
            <a:avLst/>
            <a:gdLst>
              <a:gd name="connsiteX0" fmla="*/ 2369 w 6614837"/>
              <a:gd name="connsiteY0" fmla="*/ 0 h 5532376"/>
              <a:gd name="connsiteX1" fmla="*/ 6614837 w 6614837"/>
              <a:gd name="connsiteY1" fmla="*/ 0 h 5532376"/>
              <a:gd name="connsiteX2" fmla="*/ 6611213 w 6614837"/>
              <a:gd name="connsiteY2" fmla="*/ 5172420 h 5532376"/>
              <a:gd name="connsiteX3" fmla="*/ 3320084 w 6614837"/>
              <a:gd name="connsiteY3" fmla="*/ 5169011 h 5532376"/>
              <a:gd name="connsiteX4" fmla="*/ 3075776 w 6614837"/>
              <a:gd name="connsiteY4" fmla="*/ 5532376 h 5532376"/>
              <a:gd name="connsiteX5" fmla="*/ 0 w 6614837"/>
              <a:gd name="connsiteY5" fmla="*/ 5529739 h 5532376"/>
              <a:gd name="connsiteX6" fmla="*/ 2078 w 6614837"/>
              <a:gd name="connsiteY6" fmla="*/ 2748475 h 55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614837" h="5532376">
                <a:moveTo>
                  <a:pt x="2369" y="0"/>
                </a:moveTo>
                <a:lnTo>
                  <a:pt x="6614837" y="0"/>
                </a:lnTo>
                <a:lnTo>
                  <a:pt x="6611213" y="5172420"/>
                </a:lnTo>
                <a:lnTo>
                  <a:pt x="3320084" y="5169011"/>
                </a:lnTo>
                <a:lnTo>
                  <a:pt x="3075776" y="5532376"/>
                </a:lnTo>
                <a:lnTo>
                  <a:pt x="0" y="5529739"/>
                </a:lnTo>
                <a:cubicBezTo>
                  <a:pt x="1583" y="4608703"/>
                  <a:pt x="1979" y="3679928"/>
                  <a:pt x="2078" y="2748475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914400" tIns="1554480" rIns="91440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BF37CFFA-3D80-3409-C50E-D2A382F261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5804F4D-E855-71FB-DFF6-DAD75ADD3F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111066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Im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AEA67855-93A6-BD43-750C-42D579FD0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8" y="2457451"/>
            <a:ext cx="2767808" cy="76581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defRPr lang="en-US" b="1" dirty="0"/>
            </a:lvl1pPr>
          </a:lstStyle>
          <a:p>
            <a:pPr lvl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0E1A1E6-6268-D4D9-C145-1013364B1C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07669" y="3492183"/>
            <a:ext cx="2757805" cy="2115820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400" b="0">
                <a:latin typeface="+mj-lt"/>
              </a:defRPr>
            </a:lvl1pPr>
            <a:lvl2pPr>
              <a:defRPr sz="1200">
                <a:latin typeface="+mn-lt"/>
              </a:defRPr>
            </a:lvl2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30A1C61F-1977-8EC5-355B-66B6908EB5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8FF515D-AF08-494F-FFD1-C5F2FEFB4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3" hasCustomPrompt="1"/>
          </p:nvPr>
        </p:nvSpPr>
        <p:spPr>
          <a:xfrm>
            <a:off x="3288471" y="400050"/>
            <a:ext cx="8513514" cy="5540196"/>
          </a:xfrm>
          <a:custGeom>
            <a:avLst/>
            <a:gdLst>
              <a:gd name="connsiteX0" fmla="*/ 3049 w 8513514"/>
              <a:gd name="connsiteY0" fmla="*/ 0 h 5540196"/>
              <a:gd name="connsiteX1" fmla="*/ 8513003 w 8513514"/>
              <a:gd name="connsiteY1" fmla="*/ 0 h 5540196"/>
              <a:gd name="connsiteX2" fmla="*/ 8512994 w 8513514"/>
              <a:gd name="connsiteY2" fmla="*/ 10458 h 5540196"/>
              <a:gd name="connsiteX3" fmla="*/ 8513514 w 8513514"/>
              <a:gd name="connsiteY3" fmla="*/ 10458 h 5540196"/>
              <a:gd name="connsiteX4" fmla="*/ 8508849 w 8513514"/>
              <a:gd name="connsiteY4" fmla="*/ 5182877 h 5540196"/>
              <a:gd name="connsiteX5" fmla="*/ 4273312 w 8513514"/>
              <a:gd name="connsiteY5" fmla="*/ 5179468 h 5540196"/>
              <a:gd name="connsiteX6" fmla="*/ 4037481 w 8513514"/>
              <a:gd name="connsiteY6" fmla="*/ 5538070 h 5540196"/>
              <a:gd name="connsiteX7" fmla="*/ 511 w 8513514"/>
              <a:gd name="connsiteY7" fmla="*/ 5540196 h 5540196"/>
              <a:gd name="connsiteX8" fmla="*/ 527 w 8513514"/>
              <a:gd name="connsiteY8" fmla="*/ 5529738 h 5540196"/>
              <a:gd name="connsiteX9" fmla="*/ 0 w 8513514"/>
              <a:gd name="connsiteY9" fmla="*/ 5529738 h 5540196"/>
              <a:gd name="connsiteX10" fmla="*/ 2674 w 8513514"/>
              <a:gd name="connsiteY10" fmla="*/ 2748474 h 5540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13514" h="5540196">
                <a:moveTo>
                  <a:pt x="3049" y="0"/>
                </a:moveTo>
                <a:lnTo>
                  <a:pt x="8513003" y="0"/>
                </a:lnTo>
                <a:lnTo>
                  <a:pt x="8512994" y="10458"/>
                </a:lnTo>
                <a:lnTo>
                  <a:pt x="8513514" y="10458"/>
                </a:lnTo>
                <a:lnTo>
                  <a:pt x="8508849" y="5182877"/>
                </a:lnTo>
                <a:lnTo>
                  <a:pt x="4273312" y="5179468"/>
                </a:lnTo>
                <a:lnTo>
                  <a:pt x="4037481" y="5538070"/>
                </a:lnTo>
                <a:lnTo>
                  <a:pt x="511" y="5540196"/>
                </a:lnTo>
                <a:lnTo>
                  <a:pt x="527" y="5529738"/>
                </a:lnTo>
                <a:lnTo>
                  <a:pt x="0" y="5529738"/>
                </a:lnTo>
                <a:cubicBezTo>
                  <a:pt x="2037" y="4608702"/>
                  <a:pt x="2547" y="3679927"/>
                  <a:pt x="2674" y="2748474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lIns="1188720" tIns="1554480" rIns="1188720">
            <a:noAutofit/>
          </a:bodyPr>
          <a:lstStyle>
            <a:lvl1pPr algn="ctr">
              <a:defRPr b="0" i="0"/>
            </a:lvl1pPr>
          </a:lstStyle>
          <a:p>
            <a:r>
              <a:rPr lang="en-US" dirty="0"/>
              <a:t>Click icon to add picture—do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not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scale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or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stretch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this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photo</a:t>
            </a:r>
            <a:r>
              <a:rPr lang="en-US" sz="15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en-US" dirty="0"/>
              <a:t>placeholder</a:t>
            </a:r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3CEF231-6669-F7D4-2B96-EB3B03BA96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9206852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60723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spcAft>
                <a:spcPts val="0"/>
              </a:spcAft>
              <a:defRPr lang="ko-KR" altLang="en-US" sz="6600" b="0">
                <a:latin typeface="+mj-lt"/>
              </a:defRPr>
            </a:lvl1pPr>
          </a:lstStyle>
          <a:p>
            <a:pPr lvl="0" latinLnBrk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AC9A00F-F989-8AFC-7652-904E0B2E41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7C9592-01FB-4A3C-B7D0-60D0B86B7CC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sz="1800" smtClean="0"/>
            </a:lvl1pPr>
            <a:lvl2pPr>
              <a:defRPr lang="ko-KR" altLang="en-US" sz="1800" b="0" smtClean="0">
                <a:latin typeface="+mj-lt"/>
              </a:defRPr>
            </a:lvl2pPr>
          </a:lstStyle>
          <a:p>
            <a:pPr lvl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  <a:p>
            <a:pPr lvl="1">
              <a:spcAft>
                <a:spcPts val="0"/>
              </a:spcAft>
            </a:pPr>
            <a:r>
              <a:rPr lang="ko-KR" altLang="en-US" dirty="0"/>
              <a:t>두 번째 수준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4A64F92D-ACD0-2F2F-FAEB-B7C6632426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1813596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Data 2">
    <p:bg>
      <p:bgPr>
        <a:solidFill>
          <a:srgbClr val="FFE8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A9DB721-FE7A-8DE5-B433-99C88BFAE50D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1967" y="4513993"/>
            <a:ext cx="4684384" cy="143271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0">
                <a:latin typeface="+mj-lt"/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949215D-624C-7D6A-5688-62477C18FAD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150275" y="918220"/>
            <a:ext cx="5651199" cy="1846659"/>
          </a:xfrm>
        </p:spPr>
        <p:txBody>
          <a:bodyPr wrap="square">
            <a:sp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15000" b="0" kern="100" spc="-5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E3B15-3502-F478-0302-DCABA0B41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0276" y="2433637"/>
            <a:ext cx="5660724" cy="3027363"/>
          </a:xfrm>
          <a:noFill/>
        </p:spPr>
        <p:txBody>
          <a:bodyPr vert="horz" lIns="0" tIns="0" rIns="91440" bIns="0" rtlCol="0">
            <a:noAutofit/>
          </a:bodyPr>
          <a:lstStyle>
            <a:lvl1pPr>
              <a:defRPr lang="ko-KR" altLang="en-US" sz="6600" b="0" dirty="0">
                <a:latin typeface="+mj-lt"/>
              </a:defRPr>
            </a:lvl1pPr>
          </a:lstStyle>
          <a:p>
            <a:pPr lvl="0" latinLnBrk="0">
              <a:spcAft>
                <a:spcPts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5E9F5B4A-B723-2879-D7EE-D016027E28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4B1BA28-FBEC-E69D-91E4-0B45C0B67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5652470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mages Stack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369B2012-7A09-E6A5-2473-4DB6823B0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D806524E-A06F-7FE8-9CD5-2244991C1E3D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07670" y="3492183"/>
            <a:ext cx="3719830" cy="2446655"/>
          </a:xfrm>
        </p:spPr>
        <p:txBody>
          <a:bodyPr/>
          <a:lstStyle>
            <a:lvl1pPr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400" b="1">
                <a:latin typeface="+mn-lt"/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3" name="Picture Placeholder 14">
            <a:extLst>
              <a:ext uri="{FF2B5EF4-FFF2-40B4-BE49-F238E27FC236}">
                <a16:creationId xmlns:a16="http://schemas.microsoft.com/office/drawing/2014/main" id="{099A4469-274E-EB1F-F85D-D95E959AA14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99978" y="1424941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0678072-A6EC-A7CF-E412-0D3F27A1A0A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127838" y="1446213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750FAC0A-93E6-9A08-7990-0346002AB7C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199978" y="2981643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62FE28B-1451-7A6D-A415-8DE9235897A9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7127838" y="2979420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C66DD72C-97BB-14F2-361C-2441F75A43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99978" y="4521518"/>
            <a:ext cx="1804072" cy="1432560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ADD78EAE-A704-D3CE-D6AA-6E6E52DCA21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127838" y="4519931"/>
            <a:ext cx="3711612" cy="141128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EB5F658-B8CE-7FB5-990E-79F690D1E1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3E1692-F26F-FA4E-9EAC-FCCE6F6776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34665348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Large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44092"/>
            <a:ext cx="4688683" cy="244902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65533" y="880660"/>
            <a:ext cx="5636494" cy="2045420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200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A318CA9E-32E8-938F-0187-CE5990310D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D440408-8D82-6FAB-8574-86AD0978A5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65850" y="3500447"/>
            <a:ext cx="5635625" cy="243839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4B7A958-D841-4E70-411D-B4894E2BE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25677415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Side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645946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4000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118350" y="400050"/>
            <a:ext cx="4683125" cy="2970213"/>
          </a:xfrm>
          <a:solidFill>
            <a:schemeClr val="accent1"/>
          </a:solidFill>
        </p:spPr>
        <p:txBody>
          <a:bodyPr lIns="274320" tIns="274320"/>
          <a:lstStyle>
            <a:lvl1pPr>
              <a:spcAft>
                <a:spcPts val="6000"/>
              </a:spcAft>
              <a:defRPr sz="8600" b="0">
                <a:solidFill>
                  <a:schemeClr val="bg1"/>
                </a:solidFill>
              </a:defRPr>
            </a:lvl1pPr>
            <a:lvl2pPr>
              <a:spcBef>
                <a:spcPts val="0"/>
              </a:spcBef>
              <a:defRPr b="1">
                <a:latin typeface="+mn-lt"/>
              </a:defRPr>
            </a:lvl2pPr>
          </a:lstStyle>
          <a:p>
            <a:pPr lvl="0"/>
            <a:r>
              <a:rPr lang="en-US" dirty="0"/>
              <a:t>0,000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39A73BF-92D5-1C5F-A374-82FF240593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8C705A-7501-8BB2-360F-85F75D8C54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037638" y="3484563"/>
            <a:ext cx="2757487" cy="1939925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3CB4B1C-FADE-E38B-512B-139985C053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9539548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Sta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F0A5006C-1C3A-4674-032E-590F9BDB8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3492183"/>
            <a:ext cx="5241133" cy="24466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latinLnBrk="0">
              <a:lnSpc>
                <a:spcPct val="100000"/>
              </a:lnSpc>
              <a:defRPr sz="4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931EA-4F62-CD08-4165-33E0864045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57914" y="400050"/>
            <a:ext cx="2765424" cy="2777490"/>
          </a:xfrm>
          <a:solidFill>
            <a:srgbClr val="B5BCC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A5BD2F-F935-E22A-B6DD-EB0D8C3A47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20155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C582E75-9A43-D86C-AB0D-17BB800A57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6051" y="400050"/>
            <a:ext cx="2765424" cy="2777490"/>
          </a:xfrm>
          <a:solidFill>
            <a:schemeClr val="accent1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F01FD17-7652-99C0-4EF4-C1ABF553BDA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98292" y="2457450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DED57F60-7B48-DB96-E422-6BF4821C028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7914" y="3308287"/>
            <a:ext cx="2765424" cy="2777490"/>
          </a:xfrm>
          <a:solidFill>
            <a:srgbClr val="FFE8D4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3EC6947C-841E-3FA9-114B-E3D478A0F9F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20155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E2EFFE0-4881-5E4A-962D-11FF92C9F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36051" y="3308287"/>
            <a:ext cx="2765424" cy="2777490"/>
          </a:xfrm>
          <a:solidFill>
            <a:srgbClr val="DFE3E6"/>
          </a:solidFill>
        </p:spPr>
        <p:txBody>
          <a:bodyPr lIns="274320" tIns="91440"/>
          <a:lstStyle>
            <a:lvl1pPr>
              <a:spcAft>
                <a:spcPts val="0"/>
              </a:spcAft>
              <a:tabLst>
                <a:tab pos="457200" algn="l"/>
              </a:tabLst>
              <a:defRPr sz="5400" b="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000" b="1"/>
            </a:lvl2pPr>
          </a:lstStyle>
          <a:p>
            <a:pPr lvl="0"/>
            <a:r>
              <a:rPr lang="en-US" dirty="0"/>
              <a:t>0,000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C5905E4E-9C03-893D-2D65-9DF29B1CD2B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98292" y="5365687"/>
            <a:ext cx="2481263" cy="552451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600"/>
              </a:spcAft>
              <a:defRPr sz="1000" b="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B40D576B-0FB8-2293-FB69-1C5178F9E4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40560841-DF72-7C47-0883-6455DB3A8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47651732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DACEF0AF-E2A8-B95F-9038-793C9FF94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247643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247643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087598" y="2459736"/>
            <a:ext cx="3310128" cy="969264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087598" y="3497972"/>
            <a:ext cx="3310128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D54FC496-336B-9871-8C69-A6D0113CD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C3656C8-113A-5B0F-0D22-1816DB8058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90104545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25B5614F-1512-8F64-6245-6374F3844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4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07448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A99FF79-E280-3938-1C31-43318E483BD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07448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7C7F8D0-E3EF-7617-C2AE-022970D36D3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288624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1110A441-AAF8-956B-4228-2D18EE689485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288624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DB98D30-AF89-AE84-76DB-5252AE8FD14F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6169800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E0B2565-5D1B-BDBB-F14A-0C38A487F366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169800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C89EB2-461C-D9DB-DBF2-EA17EA40A6C1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9050976" y="2459736"/>
            <a:ext cx="2396050" cy="898948"/>
          </a:xfrm>
        </p:spPr>
        <p:txBody>
          <a:bodyPr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6600" b="0" spc="-390" baseline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19B3672-1BF6-5E8D-DC7D-048381D2695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050976" y="3499316"/>
            <a:ext cx="2378112" cy="275234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B4612D97-4010-1226-69CD-B037A384C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57DA70E-92A2-7A84-9955-F87BB5A1D4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89749986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9F1385C-E183-4949-1E52-945BDAAE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E8B33F3-7C1D-479F-3B92-0DE073C2E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425" y="3495320"/>
            <a:ext cx="3719076" cy="2451457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DCC47810-5636-CCFE-D491-CAD999BC70C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199063" y="1946275"/>
            <a:ext cx="5640387" cy="3992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/>
              <a:t>차트를 추가하려면 아이콘을 클릭하십시오</a:t>
            </a:r>
            <a:endParaRPr lang="en-US" dirty="0"/>
          </a:p>
        </p:txBody>
      </p:sp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370151B8-84D5-0F32-8BA4-AF23D992B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5E1C7458-6D6B-D813-4D02-F5EE7C8BA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555661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E07336A-CA43-BA10-15BC-4A7C003A2346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11484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288643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CD839F68-5525-1FC6-7F47-6058F961EB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165802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E38614DA-316C-FC85-3F42-B262BEAC7A89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6165805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AEC3DEC0-C14C-0D3D-E77D-C65F7FA10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42961" y="1970667"/>
            <a:ext cx="2696610" cy="2403473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519D1C7E-BE40-062C-9607-4651359E8EAD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50247" y="4513263"/>
            <a:ext cx="2752324" cy="1433514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07859335-E39D-1388-375F-FAA342F28B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BA29514-D6C0-349D-E9F2-F579ABD4A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49415049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Team Imag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B78DDC8F-4B6A-28FC-A391-BC1BA0319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39874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BE205ACB-F0DD-E11C-8562-1A67F4F82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48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0288663-0E16-0C59-085F-F9A84A37B9FB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3288643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2429DBE-FCD7-24A1-1559-A263A915F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1148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 dirty="0"/>
              <a:t>그림을 추가하려면 아이콘을 클릭하십시오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C31502B-FAB9-8313-90B7-D7C06363AE17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328864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6" name="Picture Placeholder 14">
            <a:extLst>
              <a:ext uri="{FF2B5EF4-FFF2-40B4-BE49-F238E27FC236}">
                <a16:creationId xmlns:a16="http://schemas.microsoft.com/office/drawing/2014/main" id="{62EEDF93-D482-938D-D6D4-B8B66CA76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166924" y="144239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DF40A1F-2110-372D-0359-94789B6D9CD7}"/>
              </a:ext>
            </a:extLst>
          </p:cNvPr>
          <p:cNvSpPr>
            <a:spLocks noGrp="1"/>
          </p:cNvSpPr>
          <p:nvPr>
            <p:ph idx="28"/>
          </p:nvPr>
        </p:nvSpPr>
        <p:spPr>
          <a:xfrm>
            <a:off x="9049151" y="1433352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AA220CD4-7D0B-916C-42A1-97C04399E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166924" y="3494738"/>
            <a:ext cx="2696610" cy="1927865"/>
          </a:xfrm>
          <a:solidFill>
            <a:schemeClr val="bg2"/>
          </a:solidFill>
        </p:spPr>
        <p:txBody>
          <a:bodyPr vert="horz" lIns="0" tIns="731520" rIns="91440" bIns="0" rtlCol="0">
            <a:noAutofit/>
          </a:bodyPr>
          <a:lstStyle>
            <a:lvl1pPr>
              <a:defRPr lang="en-US" dirty="0"/>
            </a:lvl1pPr>
          </a:lstStyle>
          <a:p>
            <a:pPr lvl="0" algn="ctr" latinLnBrk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CAFF494-77C5-F797-6FAA-D4D42743AB5D}"/>
              </a:ext>
            </a:extLst>
          </p:cNvPr>
          <p:cNvSpPr>
            <a:spLocks noGrp="1"/>
          </p:cNvSpPr>
          <p:nvPr>
            <p:ph idx="29"/>
          </p:nvPr>
        </p:nvSpPr>
        <p:spPr>
          <a:xfrm>
            <a:off x="9044083" y="3495709"/>
            <a:ext cx="2752324" cy="1928779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6D9BE817-73F1-BA98-D196-7E3B7737E8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8E439D45-6E17-4197-9306-6ED7851D5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12423299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5E5D8444-089B-403E-0473-39C612391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4360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D15FEAD4-DFB9-ED08-EBEE-A4E5DE31E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93A30CA-76EA-28B6-17BA-824389C17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6778987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A66A1-E1BB-BD5A-7C86-A2988E18B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11403808" cy="400939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ko-KR" altLang="en-US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0FA7DA-BA20-E953-EC95-F6C7E57F63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55D19F-ED8E-4EF2-B32E-7AA3DEAADEF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75CEC34-E8FA-2FBE-3C03-D07B02298F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049" y="917575"/>
            <a:ext cx="11401425" cy="40005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0CF365F2-A93D-8409-F17E-FBF381E609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62485343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3">
            <a:extLst>
              <a:ext uri="{FF2B5EF4-FFF2-40B4-BE49-F238E27FC236}">
                <a16:creationId xmlns:a16="http://schemas.microsoft.com/office/drawing/2014/main" id="{E49962D1-3866-8382-AE37-FC366FF57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2222ABF-B741-7AB3-39B1-0394B867B9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980964248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087392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2">
            <a:extLst>
              <a:ext uri="{FF2B5EF4-FFF2-40B4-BE49-F238E27FC236}">
                <a16:creationId xmlns:a16="http://schemas.microsoft.com/office/drawing/2014/main" id="{F8F99880-94B3-9D84-6F85-4EE14C59C385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0" y="1946275"/>
            <a:ext cx="8520907" cy="1482725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E75CFC-93AB-4747-0607-E7A1170568BD}"/>
              </a:ext>
            </a:extLst>
          </p:cNvPr>
          <p:cNvSpPr txBox="1"/>
          <p:nvPr userDrawn="1"/>
        </p:nvSpPr>
        <p:spPr>
          <a:xfrm>
            <a:off x="40005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samil.com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44B9A8A0-07DE-79C1-D556-1B49C15DABE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199063" y="4823926"/>
            <a:ext cx="6602412" cy="1629262"/>
          </a:xfrm>
        </p:spPr>
        <p:txBody>
          <a:bodyPr bIns="36576" anchor="b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1100" b="0"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legal style</a:t>
            </a:r>
          </a:p>
        </p:txBody>
      </p:sp>
    </p:spTree>
    <p:extLst>
      <p:ext uri="{BB962C8B-B14F-4D97-AF65-F5344CB8AC3E}">
        <p14:creationId xmlns:p14="http://schemas.microsoft.com/office/powerpoint/2010/main" val="34955444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10882" y="1428750"/>
            <a:ext cx="8520907" cy="1933344"/>
          </a:xfrm>
        </p:spPr>
        <p:txBody>
          <a:bodyPr anchor="b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0882" y="3490335"/>
            <a:ext cx="8520908" cy="1422978"/>
          </a:xfrm>
        </p:spPr>
        <p:txBody>
          <a:bodyPr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A48EF-D1C9-23F0-5778-BD06C53C46BB}"/>
              </a:ext>
            </a:extLst>
          </p:cNvPr>
          <p:cNvSpPr txBox="1"/>
          <p:nvPr userDrawn="1"/>
        </p:nvSpPr>
        <p:spPr>
          <a:xfrm>
            <a:off x="40005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17332918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clus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0049" y="1957425"/>
            <a:ext cx="5207575" cy="2441537"/>
          </a:xfrm>
        </p:spPr>
        <p:txBody>
          <a:bodyPr anchor="t" anchorCtr="0"/>
          <a:lstStyle>
            <a:lvl1pPr algn="l">
              <a:lnSpc>
                <a:spcPct val="80000"/>
              </a:lnSpc>
              <a:spcBef>
                <a:spcPts val="1200"/>
              </a:spcBef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66078" y="1930530"/>
            <a:ext cx="4681536" cy="2441538"/>
          </a:xfrm>
        </p:spPr>
        <p:txBody>
          <a:bodyPr anchor="t" anchorCtr="0"/>
          <a:lstStyle>
            <a:lvl1pPr marL="0" indent="0" algn="l">
              <a:lnSpc>
                <a:spcPct val="125000"/>
              </a:lnSpc>
              <a:spcBef>
                <a:spcPts val="100"/>
              </a:spcBef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100"/>
              </a:spcBef>
              <a:buNone/>
              <a:defRPr sz="1400" b="1">
                <a:latin typeface="+mn-lt"/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86F4D-EAC8-2196-D824-532BA4026D9F}"/>
              </a:ext>
            </a:extLst>
          </p:cNvPr>
          <p:cNvSpPr txBox="1"/>
          <p:nvPr userDrawn="1"/>
        </p:nvSpPr>
        <p:spPr>
          <a:xfrm>
            <a:off x="40005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288979681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clusio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0978934B-5525-9236-62EF-C2B06F0BC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3582" y="400050"/>
            <a:ext cx="11387893" cy="3484563"/>
          </a:xfrm>
          <a:solidFill>
            <a:schemeClr val="bg2"/>
          </a:solidFill>
        </p:spPr>
        <p:txBody>
          <a:bodyPr tIns="1554480"/>
          <a:lstStyle>
            <a:lvl1pPr algn="ctr">
              <a:defRPr/>
            </a:lvl1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EF2F32-23D2-85EF-3071-5C6939DCE4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582" y="4410115"/>
            <a:ext cx="5630031" cy="154146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defRPr lang="en-US" sz="6600" dirty="0"/>
            </a:lvl1pPr>
          </a:lstStyle>
          <a:p>
            <a:pPr lvl="0" latinLnBrk="0">
              <a:lnSpc>
                <a:spcPct val="1000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69CAC8B-F77D-45CC-57A9-E9AE579594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9939" y="4410114"/>
            <a:ext cx="4681536" cy="1541463"/>
          </a:xfrm>
        </p:spPr>
        <p:txBody>
          <a:bodyPr vert="horz" lIns="0" tIns="0" rIns="91440" bIns="0" rtlCol="0">
            <a:noAutofit/>
          </a:bodyPr>
          <a:lstStyle>
            <a:lvl1pPr>
              <a:defRPr lang="en-US" sz="2400" dirty="0"/>
            </a:lvl1pPr>
          </a:lstStyle>
          <a:p>
            <a:pPr lvl="0">
              <a:spcAft>
                <a:spcPts val="0"/>
              </a:spcAft>
            </a:pPr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20172-2816-D51C-356F-1E043D2A442B}"/>
              </a:ext>
            </a:extLst>
          </p:cNvPr>
          <p:cNvSpPr txBox="1"/>
          <p:nvPr userDrawn="1"/>
        </p:nvSpPr>
        <p:spPr>
          <a:xfrm>
            <a:off x="40005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422520253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>
            <a:extLst>
              <a:ext uri="{FF2B5EF4-FFF2-40B4-BE49-F238E27FC236}">
                <a16:creationId xmlns:a16="http://schemas.microsoft.com/office/drawing/2014/main" id="{1873B9CA-C271-768C-0B16-88845540153B}"/>
              </a:ext>
            </a:extLst>
          </p:cNvPr>
          <p:cNvPicPr/>
          <p:nvPr userDrawn="1"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FCB0834-B748-0F65-C02A-23EC83C0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6" y="402337"/>
            <a:ext cx="9482934" cy="4009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b="1" dirty="0"/>
            </a:lvl1pPr>
          </a:lstStyle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7E41F5-DD37-DB45-FC81-6078FAA35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665" y="1946276"/>
            <a:ext cx="9482935" cy="3992562"/>
          </a:xfrm>
        </p:spPr>
        <p:txBody>
          <a:bodyPr vert="horz" lIns="0" tIns="0" rIns="91440" bIns="0" rtlCol="0">
            <a:noAutofit/>
          </a:bodyPr>
          <a:lstStyle>
            <a:lvl1pPr>
              <a:defRPr lang="ko-KR" altLang="en-US" dirty="0" smtClean="0"/>
            </a:lvl1pPr>
            <a:lvl2pPr>
              <a:defRPr lang="ko-KR" altLang="en-US" dirty="0" smtClean="0">
                <a:latin typeface="+mn-lt"/>
              </a:defRPr>
            </a:lvl2pPr>
            <a:lvl3pPr>
              <a:defRPr lang="ko-KR" altLang="en-US" dirty="0" smtClean="0">
                <a:latin typeface="+mn-lt"/>
              </a:defRPr>
            </a:lvl3pPr>
            <a:lvl4pPr>
              <a:defRPr lang="ko-KR" altLang="en-US" dirty="0" smtClean="0">
                <a:latin typeface="+mn-lt"/>
              </a:defRPr>
            </a:lvl4pPr>
            <a:lvl5pPr>
              <a:defRPr lang="en-US" dirty="0">
                <a:latin typeface="+mn-lt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9CE8D2-0F3F-51F8-3BCF-EBA440A38464}"/>
              </a:ext>
            </a:extLst>
          </p:cNvPr>
          <p:cNvSpPr txBox="1"/>
          <p:nvPr userDrawn="1"/>
        </p:nvSpPr>
        <p:spPr>
          <a:xfrm>
            <a:off x="400050" y="6216754"/>
            <a:ext cx="987450" cy="27699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samil.com</a:t>
            </a:r>
          </a:p>
        </p:txBody>
      </p:sp>
    </p:spTree>
    <p:extLst>
      <p:ext uri="{BB962C8B-B14F-4D97-AF65-F5344CB8AC3E}">
        <p14:creationId xmlns:p14="http://schemas.microsoft.com/office/powerpoint/2010/main" val="36804615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494A4F-D3DB-0774-9A49-3731CB00A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667" y="402336"/>
            <a:ext cx="6606382" cy="40093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latinLnBrk="0">
              <a:lnSpc>
                <a:spcPct val="100000"/>
              </a:lnSpc>
            </a:pPr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6E56D0-2D08-E67F-5DF1-B3B40835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7668" y="1953895"/>
            <a:ext cx="6606382" cy="3984943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96148DB-FA68-371C-8BF4-E293FC9AFA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62074" y="6497441"/>
            <a:ext cx="8519541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1050" b="0">
                <a:solidFill>
                  <a:sysClr val="windowText" lastClr="000000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   |   Section Title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49942D6-F832-B4B1-76C2-4932E26F77DC}"/>
              </a:ext>
            </a:extLst>
          </p:cNvPr>
          <p:cNvSpPr txBox="1"/>
          <p:nvPr userDrawn="1"/>
        </p:nvSpPr>
        <p:spPr>
          <a:xfrm>
            <a:off x="394728" y="6497441"/>
            <a:ext cx="853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Samil PwC</a:t>
            </a:r>
          </a:p>
        </p:txBody>
      </p:sp>
      <p:sp>
        <p:nvSpPr>
          <p:cNvPr id="9" name="Slide Number Placeholder 13">
            <a:extLst>
              <a:ext uri="{FF2B5EF4-FFF2-40B4-BE49-F238E27FC236}">
                <a16:creationId xmlns:a16="http://schemas.microsoft.com/office/drawing/2014/main" id="{E24FE0F2-07AD-8A4E-A9FB-C7018A821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818" y="6501384"/>
            <a:ext cx="298209" cy="16158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105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3E6AC032-1535-134B-A583-D5E1DDD0D167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2" name="Date Placeholder 71">
            <a:extLst>
              <a:ext uri="{FF2B5EF4-FFF2-40B4-BE49-F238E27FC236}">
                <a16:creationId xmlns:a16="http://schemas.microsoft.com/office/drawing/2014/main" id="{DAB00A56-EB9F-33C3-88B3-D8EB0A54BA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65850" y="7056786"/>
            <a:ext cx="2743200" cy="161583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058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683" r:id="rId3"/>
    <p:sldLayoutId id="2147483743" r:id="rId4"/>
    <p:sldLayoutId id="2147483744" r:id="rId5"/>
    <p:sldLayoutId id="2147483745" r:id="rId6"/>
    <p:sldLayoutId id="2147483746" r:id="rId7"/>
    <p:sldLayoutId id="2147483651" r:id="rId8"/>
    <p:sldLayoutId id="2147483659" r:id="rId9"/>
    <p:sldLayoutId id="2147483660" r:id="rId10"/>
    <p:sldLayoutId id="2147483733" r:id="rId11"/>
    <p:sldLayoutId id="2147483738" r:id="rId12"/>
    <p:sldLayoutId id="2147483739" r:id="rId13"/>
    <p:sldLayoutId id="2147483741" r:id="rId14"/>
    <p:sldLayoutId id="2147483740" r:id="rId15"/>
    <p:sldLayoutId id="2147483696" r:id="rId16"/>
    <p:sldLayoutId id="2147483697" r:id="rId17"/>
    <p:sldLayoutId id="2147483723" r:id="rId18"/>
    <p:sldLayoutId id="2147483724" r:id="rId19"/>
    <p:sldLayoutId id="2147483702" r:id="rId20"/>
    <p:sldLayoutId id="2147483752" r:id="rId21"/>
    <p:sldLayoutId id="2147483753" r:id="rId22"/>
    <p:sldLayoutId id="2147483754" r:id="rId23"/>
    <p:sldLayoutId id="2147483703" r:id="rId24"/>
    <p:sldLayoutId id="2147483704" r:id="rId25"/>
    <p:sldLayoutId id="2147483705" r:id="rId26"/>
    <p:sldLayoutId id="2147483685" r:id="rId27"/>
    <p:sldLayoutId id="2147483706" r:id="rId28"/>
    <p:sldLayoutId id="2147483719" r:id="rId29"/>
    <p:sldLayoutId id="2147483717" r:id="rId30"/>
    <p:sldLayoutId id="2147483718" r:id="rId31"/>
    <p:sldLayoutId id="2147483707" r:id="rId32"/>
    <p:sldLayoutId id="2147483708" r:id="rId33"/>
    <p:sldLayoutId id="2147483709" r:id="rId34"/>
    <p:sldLayoutId id="2147483686" r:id="rId35"/>
    <p:sldLayoutId id="2147483722" r:id="rId36"/>
    <p:sldLayoutId id="2147483721" r:id="rId37"/>
    <p:sldLayoutId id="2147483714" r:id="rId38"/>
    <p:sldLayoutId id="2147483710" r:id="rId39"/>
    <p:sldLayoutId id="2147483711" r:id="rId40"/>
    <p:sldLayoutId id="2147483687" r:id="rId41"/>
    <p:sldLayoutId id="2147483713" r:id="rId42"/>
    <p:sldLayoutId id="2147483662" r:id="rId43"/>
    <p:sldLayoutId id="2147483699" r:id="rId44"/>
    <p:sldLayoutId id="2147483663" r:id="rId45"/>
    <p:sldLayoutId id="2147483689" r:id="rId46"/>
    <p:sldLayoutId id="2147483664" r:id="rId47"/>
    <p:sldLayoutId id="2147483690" r:id="rId48"/>
    <p:sldLayoutId id="2147483691" r:id="rId49"/>
    <p:sldLayoutId id="2147483692" r:id="rId50"/>
    <p:sldLayoutId id="2147483671" r:id="rId51"/>
    <p:sldLayoutId id="2147483700" r:id="rId52"/>
    <p:sldLayoutId id="2147483701" r:id="rId53"/>
    <p:sldLayoutId id="2147483693" r:id="rId54"/>
    <p:sldLayoutId id="2147483694" r:id="rId55"/>
    <p:sldLayoutId id="2147483673" r:id="rId56"/>
    <p:sldLayoutId id="2147483676" r:id="rId57"/>
    <p:sldLayoutId id="2147483715" r:id="rId58"/>
    <p:sldLayoutId id="2147483716" r:id="rId59"/>
    <p:sldLayoutId id="2147483678" r:id="rId60"/>
    <p:sldLayoutId id="2147483679" r:id="rId61"/>
    <p:sldLayoutId id="2147483680" r:id="rId62"/>
    <p:sldLayoutId id="2147483666" r:id="rId63"/>
    <p:sldLayoutId id="2147483720" r:id="rId64"/>
    <p:sldLayoutId id="2147483654" r:id="rId65"/>
    <p:sldLayoutId id="2147483749" r:id="rId66"/>
    <p:sldLayoutId id="2147483655" r:id="rId67"/>
    <p:sldLayoutId id="2147483750" r:id="rId68"/>
    <p:sldLayoutId id="2147483681" r:id="rId69"/>
    <p:sldLayoutId id="2147483756" r:id="rId70"/>
    <p:sldLayoutId id="2147483757" r:id="rId71"/>
    <p:sldLayoutId id="2147483727" r:id="rId72"/>
    <p:sldLayoutId id="2147483742" r:id="rId73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altLang="en-US" sz="2800" b="1" kern="1200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b="1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1450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44488" indent="-173038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Georgia" panose="02040502050405020303" pitchFamily="18" charset="0"/>
        <a:buChar char="–"/>
        <a:defRPr lang="ko-KR" altLang="en-US" sz="14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15938" indent="-171450" algn="l" defTabSz="914400" rtl="0" eaLnBrk="1" latinLnBrk="1" hangingPunct="1">
        <a:lnSpc>
          <a:spcPct val="100000"/>
        </a:lnSpc>
        <a:spcBef>
          <a:spcPts val="0"/>
        </a:spcBef>
        <a:spcAft>
          <a:spcPts val="1200"/>
        </a:spcAft>
        <a:buFont typeface="Wingdings" panose="05000000000000000000" pitchFamily="2" charset="2"/>
        <a:buChar char="§"/>
        <a:defRPr lang="en-US" altLang="en-US" sz="1400" kern="1200" baseline="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2" userDrawn="1">
          <p15:clr>
            <a:srgbClr val="F26B43"/>
          </p15:clr>
        </p15:guide>
        <p15:guide id="3" pos="252" userDrawn="1">
          <p15:clr>
            <a:srgbClr val="F26B43"/>
          </p15:clr>
        </p15:guide>
        <p15:guide id="4" pos="7434" userDrawn="1">
          <p15:clr>
            <a:srgbClr val="F26B43"/>
          </p15:clr>
        </p15:guide>
        <p15:guide id="11" orient="horz" pos="4065" userDrawn="1">
          <p15:clr>
            <a:srgbClr val="F26B43"/>
          </p15:clr>
        </p15:guide>
        <p15:guide id="12" pos="786" userDrawn="1">
          <p15:clr>
            <a:srgbClr val="F26B43"/>
          </p15:clr>
        </p15:guide>
        <p15:guide id="13" pos="858" userDrawn="1">
          <p15:clr>
            <a:srgbClr val="F26B43"/>
          </p15:clr>
        </p15:guide>
        <p15:guide id="14" pos="1391" userDrawn="1">
          <p15:clr>
            <a:srgbClr val="F26B43"/>
          </p15:clr>
        </p15:guide>
        <p15:guide id="15" pos="1461" userDrawn="1">
          <p15:clr>
            <a:srgbClr val="F26B43"/>
          </p15:clr>
        </p15:guide>
        <p15:guide id="16" pos="1994" userDrawn="1">
          <p15:clr>
            <a:srgbClr val="F26B43"/>
          </p15:clr>
        </p15:guide>
        <p15:guide id="17" pos="2067" userDrawn="1">
          <p15:clr>
            <a:srgbClr val="F26B43"/>
          </p15:clr>
        </p15:guide>
        <p15:guide id="18" pos="2600" userDrawn="1">
          <p15:clr>
            <a:srgbClr val="F26B43"/>
          </p15:clr>
        </p15:guide>
        <p15:guide id="19" pos="2670" userDrawn="1">
          <p15:clr>
            <a:srgbClr val="F26B43"/>
          </p15:clr>
        </p15:guide>
        <p15:guide id="20" pos="3204" userDrawn="1">
          <p15:clr>
            <a:srgbClr val="F26B43"/>
          </p15:clr>
        </p15:guide>
        <p15:guide id="21" pos="3275" userDrawn="1">
          <p15:clr>
            <a:srgbClr val="F26B43"/>
          </p15:clr>
        </p15:guide>
        <p15:guide id="22" pos="3807" userDrawn="1">
          <p15:clr>
            <a:srgbClr val="F26B43"/>
          </p15:clr>
        </p15:guide>
        <p15:guide id="23" pos="3879" userDrawn="1">
          <p15:clr>
            <a:srgbClr val="F26B43"/>
          </p15:clr>
        </p15:guide>
        <p15:guide id="24" pos="4412" userDrawn="1">
          <p15:clr>
            <a:srgbClr val="F26B43"/>
          </p15:clr>
        </p15:guide>
        <p15:guide id="25" pos="5016" userDrawn="1">
          <p15:clr>
            <a:srgbClr val="F26B43"/>
          </p15:clr>
        </p15:guide>
        <p15:guide id="26" pos="4484" userDrawn="1">
          <p15:clr>
            <a:srgbClr val="F26B43"/>
          </p15:clr>
        </p15:guide>
        <p15:guide id="27" pos="5088" userDrawn="1">
          <p15:clr>
            <a:srgbClr val="F26B43"/>
          </p15:clr>
        </p15:guide>
        <p15:guide id="28" pos="5621" userDrawn="1">
          <p15:clr>
            <a:srgbClr val="F26B43"/>
          </p15:clr>
        </p15:guide>
        <p15:guide id="29" pos="5693" userDrawn="1">
          <p15:clr>
            <a:srgbClr val="F26B43"/>
          </p15:clr>
        </p15:guide>
        <p15:guide id="30" pos="6224" userDrawn="1">
          <p15:clr>
            <a:srgbClr val="F26B43"/>
          </p15:clr>
        </p15:guide>
        <p15:guide id="31" pos="6297" userDrawn="1">
          <p15:clr>
            <a:srgbClr val="F26B43"/>
          </p15:clr>
        </p15:guide>
        <p15:guide id="32" pos="6828" userDrawn="1">
          <p15:clr>
            <a:srgbClr val="F26B43"/>
          </p15:clr>
        </p15:guide>
        <p15:guide id="33" pos="6900" userDrawn="1">
          <p15:clr>
            <a:srgbClr val="F26B43"/>
          </p15:clr>
        </p15:guide>
        <p15:guide id="34" orient="horz" pos="506" userDrawn="1">
          <p15:clr>
            <a:srgbClr val="F26B43"/>
          </p15:clr>
        </p15:guide>
        <p15:guide id="35" orient="horz" pos="578" userDrawn="1">
          <p15:clr>
            <a:srgbClr val="F26B43"/>
          </p15:clr>
        </p15:guide>
        <p15:guide id="36" orient="horz" pos="830" userDrawn="1">
          <p15:clr>
            <a:srgbClr val="F26B43"/>
          </p15:clr>
        </p15:guide>
        <p15:guide id="37" orient="horz" pos="900" userDrawn="1">
          <p15:clr>
            <a:srgbClr val="F26B43"/>
          </p15:clr>
        </p15:guide>
        <p15:guide id="38" orient="horz" pos="1152" userDrawn="1">
          <p15:clr>
            <a:srgbClr val="F26B43"/>
          </p15:clr>
        </p15:guide>
        <p15:guide id="39" orient="horz" pos="1226" userDrawn="1">
          <p15:clr>
            <a:srgbClr val="F26B43"/>
          </p15:clr>
        </p15:guide>
        <p15:guide id="40" orient="horz" pos="1476" userDrawn="1">
          <p15:clr>
            <a:srgbClr val="F26B43"/>
          </p15:clr>
        </p15:guide>
        <p15:guide id="41" orient="horz" pos="1800" userDrawn="1">
          <p15:clr>
            <a:srgbClr val="F26B43"/>
          </p15:clr>
        </p15:guide>
        <p15:guide id="42" orient="horz" pos="1872" userDrawn="1">
          <p15:clr>
            <a:srgbClr val="F26B43"/>
          </p15:clr>
        </p15:guide>
        <p15:guide id="43" orient="horz" pos="2123" userDrawn="1">
          <p15:clr>
            <a:srgbClr val="F26B43"/>
          </p15:clr>
        </p15:guide>
        <p15:guide id="44" orient="horz" pos="2195" userDrawn="1">
          <p15:clr>
            <a:srgbClr val="F26B43"/>
          </p15:clr>
        </p15:guide>
        <p15:guide id="45" orient="horz" pos="2447" userDrawn="1">
          <p15:clr>
            <a:srgbClr val="F26B43"/>
          </p15:clr>
        </p15:guide>
        <p15:guide id="46" orient="horz" pos="2519" userDrawn="1">
          <p15:clr>
            <a:srgbClr val="F26B43"/>
          </p15:clr>
        </p15:guide>
        <p15:guide id="47" orient="horz" pos="2771" userDrawn="1">
          <p15:clr>
            <a:srgbClr val="F26B43"/>
          </p15:clr>
        </p15:guide>
        <p15:guide id="48" orient="horz" pos="2843" userDrawn="1">
          <p15:clr>
            <a:srgbClr val="F26B43"/>
          </p15:clr>
        </p15:guide>
        <p15:guide id="49" orient="horz" pos="3095" userDrawn="1">
          <p15:clr>
            <a:srgbClr val="F26B43"/>
          </p15:clr>
        </p15:guide>
        <p15:guide id="50" orient="horz" pos="3167" userDrawn="1">
          <p15:clr>
            <a:srgbClr val="F26B43"/>
          </p15:clr>
        </p15:guide>
        <p15:guide id="51" orient="horz" pos="3417" userDrawn="1">
          <p15:clr>
            <a:srgbClr val="F26B43"/>
          </p15:clr>
        </p15:guide>
        <p15:guide id="52" orient="horz" pos="3489" userDrawn="1">
          <p15:clr>
            <a:srgbClr val="F26B43"/>
          </p15:clr>
        </p15:guide>
        <p15:guide id="53" orient="horz" pos="3741" userDrawn="1">
          <p15:clr>
            <a:srgbClr val="F26B43"/>
          </p15:clr>
        </p15:guide>
        <p15:guide id="54" orient="horz" pos="3813" userDrawn="1">
          <p15:clr>
            <a:srgbClr val="F26B43"/>
          </p15:clr>
        </p15:guide>
        <p15:guide id="55" orient="horz" pos="15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.png"/><Relationship Id="rId21" Type="http://schemas.openxmlformats.org/officeDocument/2006/relationships/image" Target="../media/image26.svg"/><Relationship Id="rId42" Type="http://schemas.openxmlformats.org/officeDocument/2006/relationships/image" Target="../media/image47.png"/><Relationship Id="rId47" Type="http://schemas.openxmlformats.org/officeDocument/2006/relationships/image" Target="../media/image52.svg"/><Relationship Id="rId63" Type="http://schemas.openxmlformats.org/officeDocument/2006/relationships/image" Target="../media/image68.svg"/><Relationship Id="rId68" Type="http://schemas.openxmlformats.org/officeDocument/2006/relationships/image" Target="../media/image73.png"/><Relationship Id="rId84" Type="http://schemas.openxmlformats.org/officeDocument/2006/relationships/image" Target="../media/image89.png"/><Relationship Id="rId89" Type="http://schemas.openxmlformats.org/officeDocument/2006/relationships/image" Target="../media/image94.svg"/><Relationship Id="rId16" Type="http://schemas.openxmlformats.org/officeDocument/2006/relationships/image" Target="../media/image21.png"/><Relationship Id="rId11" Type="http://schemas.openxmlformats.org/officeDocument/2006/relationships/image" Target="../media/image16.svg"/><Relationship Id="rId32" Type="http://schemas.openxmlformats.org/officeDocument/2006/relationships/image" Target="../media/image37.png"/><Relationship Id="rId37" Type="http://schemas.openxmlformats.org/officeDocument/2006/relationships/image" Target="../media/image42.svg"/><Relationship Id="rId53" Type="http://schemas.openxmlformats.org/officeDocument/2006/relationships/image" Target="../media/image58.svg"/><Relationship Id="rId58" Type="http://schemas.openxmlformats.org/officeDocument/2006/relationships/image" Target="../media/image63.png"/><Relationship Id="rId74" Type="http://schemas.openxmlformats.org/officeDocument/2006/relationships/image" Target="../media/image79.png"/><Relationship Id="rId79" Type="http://schemas.openxmlformats.org/officeDocument/2006/relationships/image" Target="../media/image84.svg"/><Relationship Id="rId5" Type="http://schemas.openxmlformats.org/officeDocument/2006/relationships/image" Target="../media/image10.svg"/><Relationship Id="rId90" Type="http://schemas.openxmlformats.org/officeDocument/2006/relationships/image" Target="../media/image95.png"/><Relationship Id="rId95" Type="http://schemas.openxmlformats.org/officeDocument/2006/relationships/image" Target="../media/image100.svg"/><Relationship Id="rId22" Type="http://schemas.openxmlformats.org/officeDocument/2006/relationships/image" Target="../media/image27.png"/><Relationship Id="rId27" Type="http://schemas.openxmlformats.org/officeDocument/2006/relationships/image" Target="../media/image32.svg"/><Relationship Id="rId43" Type="http://schemas.openxmlformats.org/officeDocument/2006/relationships/image" Target="../media/image48.svg"/><Relationship Id="rId48" Type="http://schemas.openxmlformats.org/officeDocument/2006/relationships/image" Target="../media/image53.png"/><Relationship Id="rId64" Type="http://schemas.openxmlformats.org/officeDocument/2006/relationships/image" Target="../media/image69.png"/><Relationship Id="rId69" Type="http://schemas.openxmlformats.org/officeDocument/2006/relationships/image" Target="../media/image74.svg"/><Relationship Id="rId80" Type="http://schemas.openxmlformats.org/officeDocument/2006/relationships/image" Target="../media/image85.png"/><Relationship Id="rId85" Type="http://schemas.openxmlformats.org/officeDocument/2006/relationships/image" Target="../media/image90.svg"/><Relationship Id="rId3" Type="http://schemas.openxmlformats.org/officeDocument/2006/relationships/image" Target="../media/image8.svg"/><Relationship Id="rId12" Type="http://schemas.openxmlformats.org/officeDocument/2006/relationships/image" Target="../media/image17.png"/><Relationship Id="rId17" Type="http://schemas.openxmlformats.org/officeDocument/2006/relationships/image" Target="../media/image22.svg"/><Relationship Id="rId25" Type="http://schemas.openxmlformats.org/officeDocument/2006/relationships/image" Target="../media/image30.svg"/><Relationship Id="rId33" Type="http://schemas.openxmlformats.org/officeDocument/2006/relationships/image" Target="../media/image38.svg"/><Relationship Id="rId38" Type="http://schemas.openxmlformats.org/officeDocument/2006/relationships/image" Target="../media/image43.png"/><Relationship Id="rId46" Type="http://schemas.openxmlformats.org/officeDocument/2006/relationships/image" Target="../media/image51.png"/><Relationship Id="rId59" Type="http://schemas.openxmlformats.org/officeDocument/2006/relationships/image" Target="../media/image64.svg"/><Relationship Id="rId67" Type="http://schemas.openxmlformats.org/officeDocument/2006/relationships/image" Target="../media/image72.svg"/><Relationship Id="rId20" Type="http://schemas.openxmlformats.org/officeDocument/2006/relationships/image" Target="../media/image25.png"/><Relationship Id="rId41" Type="http://schemas.openxmlformats.org/officeDocument/2006/relationships/image" Target="../media/image46.svg"/><Relationship Id="rId54" Type="http://schemas.openxmlformats.org/officeDocument/2006/relationships/image" Target="../media/image59.png"/><Relationship Id="rId62" Type="http://schemas.openxmlformats.org/officeDocument/2006/relationships/image" Target="../media/image67.png"/><Relationship Id="rId70" Type="http://schemas.openxmlformats.org/officeDocument/2006/relationships/image" Target="../media/image75.png"/><Relationship Id="rId75" Type="http://schemas.openxmlformats.org/officeDocument/2006/relationships/image" Target="../media/image80.svg"/><Relationship Id="rId83" Type="http://schemas.openxmlformats.org/officeDocument/2006/relationships/image" Target="../media/image88.svg"/><Relationship Id="rId88" Type="http://schemas.openxmlformats.org/officeDocument/2006/relationships/image" Target="../media/image93.png"/><Relationship Id="rId91" Type="http://schemas.openxmlformats.org/officeDocument/2006/relationships/image" Target="../media/image96.svg"/><Relationship Id="rId96" Type="http://schemas.openxmlformats.org/officeDocument/2006/relationships/image" Target="../media/image101.pn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11.png"/><Relationship Id="rId15" Type="http://schemas.openxmlformats.org/officeDocument/2006/relationships/image" Target="../media/image20.svg"/><Relationship Id="rId23" Type="http://schemas.openxmlformats.org/officeDocument/2006/relationships/image" Target="../media/image28.svg"/><Relationship Id="rId28" Type="http://schemas.openxmlformats.org/officeDocument/2006/relationships/image" Target="../media/image33.png"/><Relationship Id="rId36" Type="http://schemas.openxmlformats.org/officeDocument/2006/relationships/image" Target="../media/image41.png"/><Relationship Id="rId49" Type="http://schemas.openxmlformats.org/officeDocument/2006/relationships/image" Target="../media/image54.svg"/><Relationship Id="rId57" Type="http://schemas.openxmlformats.org/officeDocument/2006/relationships/image" Target="../media/image62.svg"/><Relationship Id="rId10" Type="http://schemas.openxmlformats.org/officeDocument/2006/relationships/image" Target="../media/image15.png"/><Relationship Id="rId31" Type="http://schemas.openxmlformats.org/officeDocument/2006/relationships/image" Target="../media/image36.svg"/><Relationship Id="rId44" Type="http://schemas.openxmlformats.org/officeDocument/2006/relationships/image" Target="../media/image49.png"/><Relationship Id="rId52" Type="http://schemas.openxmlformats.org/officeDocument/2006/relationships/image" Target="../media/image57.png"/><Relationship Id="rId60" Type="http://schemas.openxmlformats.org/officeDocument/2006/relationships/image" Target="../media/image65.png"/><Relationship Id="rId65" Type="http://schemas.openxmlformats.org/officeDocument/2006/relationships/image" Target="../media/image70.svg"/><Relationship Id="rId73" Type="http://schemas.openxmlformats.org/officeDocument/2006/relationships/image" Target="../media/image78.svg"/><Relationship Id="rId78" Type="http://schemas.openxmlformats.org/officeDocument/2006/relationships/image" Target="../media/image83.png"/><Relationship Id="rId81" Type="http://schemas.openxmlformats.org/officeDocument/2006/relationships/image" Target="../media/image86.svg"/><Relationship Id="rId86" Type="http://schemas.openxmlformats.org/officeDocument/2006/relationships/image" Target="../media/image91.png"/><Relationship Id="rId94" Type="http://schemas.openxmlformats.org/officeDocument/2006/relationships/image" Target="../media/image99.png"/><Relationship Id="rId4" Type="http://schemas.openxmlformats.org/officeDocument/2006/relationships/image" Target="../media/image9.png"/><Relationship Id="rId9" Type="http://schemas.openxmlformats.org/officeDocument/2006/relationships/image" Target="../media/image14.svg"/><Relationship Id="rId13" Type="http://schemas.openxmlformats.org/officeDocument/2006/relationships/image" Target="../media/image18.svg"/><Relationship Id="rId18" Type="http://schemas.openxmlformats.org/officeDocument/2006/relationships/image" Target="../media/image23.png"/><Relationship Id="rId39" Type="http://schemas.openxmlformats.org/officeDocument/2006/relationships/image" Target="../media/image44.svg"/><Relationship Id="rId34" Type="http://schemas.openxmlformats.org/officeDocument/2006/relationships/image" Target="../media/image39.png"/><Relationship Id="rId50" Type="http://schemas.openxmlformats.org/officeDocument/2006/relationships/image" Target="../media/image55.png"/><Relationship Id="rId55" Type="http://schemas.openxmlformats.org/officeDocument/2006/relationships/image" Target="../media/image60.svg"/><Relationship Id="rId76" Type="http://schemas.openxmlformats.org/officeDocument/2006/relationships/image" Target="../media/image81.png"/><Relationship Id="rId97" Type="http://schemas.openxmlformats.org/officeDocument/2006/relationships/image" Target="../media/image102.svg"/><Relationship Id="rId7" Type="http://schemas.openxmlformats.org/officeDocument/2006/relationships/image" Target="../media/image12.svg"/><Relationship Id="rId71" Type="http://schemas.openxmlformats.org/officeDocument/2006/relationships/image" Target="../media/image76.svg"/><Relationship Id="rId92" Type="http://schemas.openxmlformats.org/officeDocument/2006/relationships/image" Target="../media/image97.png"/><Relationship Id="rId2" Type="http://schemas.openxmlformats.org/officeDocument/2006/relationships/image" Target="../media/image7.png"/><Relationship Id="rId29" Type="http://schemas.openxmlformats.org/officeDocument/2006/relationships/image" Target="../media/image34.svg"/><Relationship Id="rId24" Type="http://schemas.openxmlformats.org/officeDocument/2006/relationships/image" Target="../media/image29.png"/><Relationship Id="rId40" Type="http://schemas.openxmlformats.org/officeDocument/2006/relationships/image" Target="../media/image45.png"/><Relationship Id="rId45" Type="http://schemas.openxmlformats.org/officeDocument/2006/relationships/image" Target="../media/image50.svg"/><Relationship Id="rId66" Type="http://schemas.openxmlformats.org/officeDocument/2006/relationships/image" Target="../media/image71.png"/><Relationship Id="rId87" Type="http://schemas.openxmlformats.org/officeDocument/2006/relationships/image" Target="../media/image92.svg"/><Relationship Id="rId61" Type="http://schemas.openxmlformats.org/officeDocument/2006/relationships/image" Target="../media/image66.svg"/><Relationship Id="rId82" Type="http://schemas.openxmlformats.org/officeDocument/2006/relationships/image" Target="../media/image87.png"/><Relationship Id="rId19" Type="http://schemas.openxmlformats.org/officeDocument/2006/relationships/image" Target="../media/image24.svg"/><Relationship Id="rId14" Type="http://schemas.openxmlformats.org/officeDocument/2006/relationships/image" Target="../media/image19.png"/><Relationship Id="rId30" Type="http://schemas.openxmlformats.org/officeDocument/2006/relationships/image" Target="../media/image35.png"/><Relationship Id="rId35" Type="http://schemas.openxmlformats.org/officeDocument/2006/relationships/image" Target="../media/image40.svg"/><Relationship Id="rId56" Type="http://schemas.openxmlformats.org/officeDocument/2006/relationships/image" Target="../media/image61.png"/><Relationship Id="rId77" Type="http://schemas.openxmlformats.org/officeDocument/2006/relationships/image" Target="../media/image82.svg"/><Relationship Id="rId8" Type="http://schemas.openxmlformats.org/officeDocument/2006/relationships/image" Target="../media/image13.png"/><Relationship Id="rId51" Type="http://schemas.openxmlformats.org/officeDocument/2006/relationships/image" Target="../media/image56.svg"/><Relationship Id="rId72" Type="http://schemas.openxmlformats.org/officeDocument/2006/relationships/image" Target="../media/image77.png"/><Relationship Id="rId93" Type="http://schemas.openxmlformats.org/officeDocument/2006/relationships/image" Target="../media/image98.sv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7.png"/><Relationship Id="rId21" Type="http://schemas.openxmlformats.org/officeDocument/2006/relationships/image" Target="../media/image122.svg"/><Relationship Id="rId42" Type="http://schemas.openxmlformats.org/officeDocument/2006/relationships/image" Target="../media/image143.png"/><Relationship Id="rId47" Type="http://schemas.openxmlformats.org/officeDocument/2006/relationships/image" Target="../media/image148.svg"/><Relationship Id="rId63" Type="http://schemas.openxmlformats.org/officeDocument/2006/relationships/image" Target="../media/image164.svg"/><Relationship Id="rId68" Type="http://schemas.openxmlformats.org/officeDocument/2006/relationships/image" Target="../media/image169.png"/><Relationship Id="rId84" Type="http://schemas.openxmlformats.org/officeDocument/2006/relationships/image" Target="../media/image185.png"/><Relationship Id="rId89" Type="http://schemas.openxmlformats.org/officeDocument/2006/relationships/image" Target="../media/image190.svg"/><Relationship Id="rId16" Type="http://schemas.openxmlformats.org/officeDocument/2006/relationships/image" Target="../media/image117.png"/><Relationship Id="rId11" Type="http://schemas.openxmlformats.org/officeDocument/2006/relationships/image" Target="../media/image112.svg"/><Relationship Id="rId32" Type="http://schemas.openxmlformats.org/officeDocument/2006/relationships/image" Target="../media/image133.png"/><Relationship Id="rId37" Type="http://schemas.openxmlformats.org/officeDocument/2006/relationships/image" Target="../media/image138.svg"/><Relationship Id="rId53" Type="http://schemas.openxmlformats.org/officeDocument/2006/relationships/image" Target="../media/image154.svg"/><Relationship Id="rId58" Type="http://schemas.openxmlformats.org/officeDocument/2006/relationships/image" Target="../media/image159.png"/><Relationship Id="rId74" Type="http://schemas.openxmlformats.org/officeDocument/2006/relationships/image" Target="../media/image175.png"/><Relationship Id="rId79" Type="http://schemas.openxmlformats.org/officeDocument/2006/relationships/image" Target="../media/image180.svg"/><Relationship Id="rId5" Type="http://schemas.openxmlformats.org/officeDocument/2006/relationships/image" Target="../media/image106.svg"/><Relationship Id="rId90" Type="http://schemas.openxmlformats.org/officeDocument/2006/relationships/image" Target="../media/image191.png"/><Relationship Id="rId95" Type="http://schemas.openxmlformats.org/officeDocument/2006/relationships/image" Target="../media/image196.svg"/><Relationship Id="rId22" Type="http://schemas.openxmlformats.org/officeDocument/2006/relationships/image" Target="../media/image123.png"/><Relationship Id="rId27" Type="http://schemas.openxmlformats.org/officeDocument/2006/relationships/image" Target="../media/image128.svg"/><Relationship Id="rId43" Type="http://schemas.openxmlformats.org/officeDocument/2006/relationships/image" Target="../media/image144.svg"/><Relationship Id="rId48" Type="http://schemas.openxmlformats.org/officeDocument/2006/relationships/image" Target="../media/image149.png"/><Relationship Id="rId64" Type="http://schemas.openxmlformats.org/officeDocument/2006/relationships/image" Target="../media/image165.png"/><Relationship Id="rId69" Type="http://schemas.openxmlformats.org/officeDocument/2006/relationships/image" Target="../media/image170.svg"/><Relationship Id="rId80" Type="http://schemas.openxmlformats.org/officeDocument/2006/relationships/image" Target="../media/image181.png"/><Relationship Id="rId85" Type="http://schemas.openxmlformats.org/officeDocument/2006/relationships/image" Target="../media/image186.svg"/><Relationship Id="rId3" Type="http://schemas.openxmlformats.org/officeDocument/2006/relationships/image" Target="../media/image104.svg"/><Relationship Id="rId12" Type="http://schemas.openxmlformats.org/officeDocument/2006/relationships/image" Target="../media/image113.png"/><Relationship Id="rId17" Type="http://schemas.openxmlformats.org/officeDocument/2006/relationships/image" Target="../media/image118.svg"/><Relationship Id="rId25" Type="http://schemas.openxmlformats.org/officeDocument/2006/relationships/image" Target="../media/image126.svg"/><Relationship Id="rId33" Type="http://schemas.openxmlformats.org/officeDocument/2006/relationships/image" Target="../media/image134.svg"/><Relationship Id="rId38" Type="http://schemas.openxmlformats.org/officeDocument/2006/relationships/image" Target="../media/image139.png"/><Relationship Id="rId46" Type="http://schemas.openxmlformats.org/officeDocument/2006/relationships/image" Target="../media/image147.png"/><Relationship Id="rId59" Type="http://schemas.openxmlformats.org/officeDocument/2006/relationships/image" Target="../media/image160.svg"/><Relationship Id="rId67" Type="http://schemas.openxmlformats.org/officeDocument/2006/relationships/image" Target="../media/image168.svg"/><Relationship Id="rId20" Type="http://schemas.openxmlformats.org/officeDocument/2006/relationships/image" Target="../media/image121.png"/><Relationship Id="rId41" Type="http://schemas.openxmlformats.org/officeDocument/2006/relationships/image" Target="../media/image142.svg"/><Relationship Id="rId54" Type="http://schemas.openxmlformats.org/officeDocument/2006/relationships/image" Target="../media/image155.png"/><Relationship Id="rId62" Type="http://schemas.openxmlformats.org/officeDocument/2006/relationships/image" Target="../media/image163.png"/><Relationship Id="rId70" Type="http://schemas.openxmlformats.org/officeDocument/2006/relationships/image" Target="../media/image171.png"/><Relationship Id="rId75" Type="http://schemas.openxmlformats.org/officeDocument/2006/relationships/image" Target="../media/image176.svg"/><Relationship Id="rId83" Type="http://schemas.openxmlformats.org/officeDocument/2006/relationships/image" Target="../media/image184.svg"/><Relationship Id="rId88" Type="http://schemas.openxmlformats.org/officeDocument/2006/relationships/image" Target="../media/image189.png"/><Relationship Id="rId91" Type="http://schemas.openxmlformats.org/officeDocument/2006/relationships/image" Target="../media/image192.svg"/><Relationship Id="rId96" Type="http://schemas.openxmlformats.org/officeDocument/2006/relationships/image" Target="../media/image197.pn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107.png"/><Relationship Id="rId15" Type="http://schemas.openxmlformats.org/officeDocument/2006/relationships/image" Target="../media/image116.svg"/><Relationship Id="rId23" Type="http://schemas.openxmlformats.org/officeDocument/2006/relationships/image" Target="../media/image124.svg"/><Relationship Id="rId28" Type="http://schemas.openxmlformats.org/officeDocument/2006/relationships/image" Target="../media/image129.png"/><Relationship Id="rId36" Type="http://schemas.openxmlformats.org/officeDocument/2006/relationships/image" Target="../media/image137.png"/><Relationship Id="rId49" Type="http://schemas.openxmlformats.org/officeDocument/2006/relationships/image" Target="../media/image150.svg"/><Relationship Id="rId57" Type="http://schemas.openxmlformats.org/officeDocument/2006/relationships/image" Target="../media/image158.svg"/><Relationship Id="rId10" Type="http://schemas.openxmlformats.org/officeDocument/2006/relationships/image" Target="../media/image111.png"/><Relationship Id="rId31" Type="http://schemas.openxmlformats.org/officeDocument/2006/relationships/image" Target="../media/image132.svg"/><Relationship Id="rId44" Type="http://schemas.openxmlformats.org/officeDocument/2006/relationships/image" Target="../media/image145.png"/><Relationship Id="rId52" Type="http://schemas.openxmlformats.org/officeDocument/2006/relationships/image" Target="../media/image153.png"/><Relationship Id="rId60" Type="http://schemas.openxmlformats.org/officeDocument/2006/relationships/image" Target="../media/image161.png"/><Relationship Id="rId65" Type="http://schemas.openxmlformats.org/officeDocument/2006/relationships/image" Target="../media/image166.svg"/><Relationship Id="rId73" Type="http://schemas.openxmlformats.org/officeDocument/2006/relationships/image" Target="../media/image174.svg"/><Relationship Id="rId78" Type="http://schemas.openxmlformats.org/officeDocument/2006/relationships/image" Target="../media/image179.png"/><Relationship Id="rId81" Type="http://schemas.openxmlformats.org/officeDocument/2006/relationships/image" Target="../media/image182.svg"/><Relationship Id="rId86" Type="http://schemas.openxmlformats.org/officeDocument/2006/relationships/image" Target="../media/image187.png"/><Relationship Id="rId94" Type="http://schemas.openxmlformats.org/officeDocument/2006/relationships/image" Target="../media/image195.png"/><Relationship Id="rId4" Type="http://schemas.openxmlformats.org/officeDocument/2006/relationships/image" Target="../media/image105.png"/><Relationship Id="rId9" Type="http://schemas.openxmlformats.org/officeDocument/2006/relationships/image" Target="../media/image110.svg"/><Relationship Id="rId13" Type="http://schemas.openxmlformats.org/officeDocument/2006/relationships/image" Target="../media/image114.svg"/><Relationship Id="rId18" Type="http://schemas.openxmlformats.org/officeDocument/2006/relationships/image" Target="../media/image119.png"/><Relationship Id="rId39" Type="http://schemas.openxmlformats.org/officeDocument/2006/relationships/image" Target="../media/image140.svg"/><Relationship Id="rId34" Type="http://schemas.openxmlformats.org/officeDocument/2006/relationships/image" Target="../media/image135.png"/><Relationship Id="rId50" Type="http://schemas.openxmlformats.org/officeDocument/2006/relationships/image" Target="../media/image151.png"/><Relationship Id="rId55" Type="http://schemas.openxmlformats.org/officeDocument/2006/relationships/image" Target="../media/image156.svg"/><Relationship Id="rId76" Type="http://schemas.openxmlformats.org/officeDocument/2006/relationships/image" Target="../media/image177.png"/><Relationship Id="rId97" Type="http://schemas.openxmlformats.org/officeDocument/2006/relationships/image" Target="../media/image198.svg"/><Relationship Id="rId7" Type="http://schemas.openxmlformats.org/officeDocument/2006/relationships/image" Target="../media/image108.svg"/><Relationship Id="rId71" Type="http://schemas.openxmlformats.org/officeDocument/2006/relationships/image" Target="../media/image172.svg"/><Relationship Id="rId92" Type="http://schemas.openxmlformats.org/officeDocument/2006/relationships/image" Target="../media/image193.png"/><Relationship Id="rId2" Type="http://schemas.openxmlformats.org/officeDocument/2006/relationships/image" Target="../media/image103.png"/><Relationship Id="rId29" Type="http://schemas.openxmlformats.org/officeDocument/2006/relationships/image" Target="../media/image130.svg"/><Relationship Id="rId24" Type="http://schemas.openxmlformats.org/officeDocument/2006/relationships/image" Target="../media/image125.png"/><Relationship Id="rId40" Type="http://schemas.openxmlformats.org/officeDocument/2006/relationships/image" Target="../media/image141.png"/><Relationship Id="rId45" Type="http://schemas.openxmlformats.org/officeDocument/2006/relationships/image" Target="../media/image146.svg"/><Relationship Id="rId66" Type="http://schemas.openxmlformats.org/officeDocument/2006/relationships/image" Target="../media/image167.png"/><Relationship Id="rId87" Type="http://schemas.openxmlformats.org/officeDocument/2006/relationships/image" Target="../media/image188.svg"/><Relationship Id="rId61" Type="http://schemas.openxmlformats.org/officeDocument/2006/relationships/image" Target="../media/image162.svg"/><Relationship Id="rId82" Type="http://schemas.openxmlformats.org/officeDocument/2006/relationships/image" Target="../media/image183.png"/><Relationship Id="rId19" Type="http://schemas.openxmlformats.org/officeDocument/2006/relationships/image" Target="../media/image120.svg"/><Relationship Id="rId14" Type="http://schemas.openxmlformats.org/officeDocument/2006/relationships/image" Target="../media/image115.png"/><Relationship Id="rId30" Type="http://schemas.openxmlformats.org/officeDocument/2006/relationships/image" Target="../media/image131.png"/><Relationship Id="rId35" Type="http://schemas.openxmlformats.org/officeDocument/2006/relationships/image" Target="../media/image136.svg"/><Relationship Id="rId56" Type="http://schemas.openxmlformats.org/officeDocument/2006/relationships/image" Target="../media/image157.png"/><Relationship Id="rId77" Type="http://schemas.openxmlformats.org/officeDocument/2006/relationships/image" Target="../media/image178.svg"/><Relationship Id="rId8" Type="http://schemas.openxmlformats.org/officeDocument/2006/relationships/image" Target="../media/image109.png"/><Relationship Id="rId51" Type="http://schemas.openxmlformats.org/officeDocument/2006/relationships/image" Target="../media/image152.svg"/><Relationship Id="rId72" Type="http://schemas.openxmlformats.org/officeDocument/2006/relationships/image" Target="../media/image173.png"/><Relationship Id="rId93" Type="http://schemas.openxmlformats.org/officeDocument/2006/relationships/image" Target="../media/image194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0.svg"/><Relationship Id="rId18" Type="http://schemas.openxmlformats.org/officeDocument/2006/relationships/image" Target="../media/image215.png"/><Relationship Id="rId26" Type="http://schemas.openxmlformats.org/officeDocument/2006/relationships/image" Target="../media/image223.png"/><Relationship Id="rId39" Type="http://schemas.openxmlformats.org/officeDocument/2006/relationships/image" Target="../media/image236.svg"/><Relationship Id="rId21" Type="http://schemas.openxmlformats.org/officeDocument/2006/relationships/image" Target="../media/image218.svg"/><Relationship Id="rId34" Type="http://schemas.openxmlformats.org/officeDocument/2006/relationships/image" Target="../media/image231.png"/><Relationship Id="rId42" Type="http://schemas.openxmlformats.org/officeDocument/2006/relationships/image" Target="../media/image239.png"/><Relationship Id="rId7" Type="http://schemas.openxmlformats.org/officeDocument/2006/relationships/image" Target="../media/image204.svg"/><Relationship Id="rId2" Type="http://schemas.openxmlformats.org/officeDocument/2006/relationships/image" Target="../media/image199.png"/><Relationship Id="rId16" Type="http://schemas.openxmlformats.org/officeDocument/2006/relationships/image" Target="../media/image213.png"/><Relationship Id="rId29" Type="http://schemas.openxmlformats.org/officeDocument/2006/relationships/image" Target="../media/image226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203.png"/><Relationship Id="rId11" Type="http://schemas.openxmlformats.org/officeDocument/2006/relationships/image" Target="../media/image208.svg"/><Relationship Id="rId24" Type="http://schemas.openxmlformats.org/officeDocument/2006/relationships/image" Target="../media/image221.png"/><Relationship Id="rId32" Type="http://schemas.openxmlformats.org/officeDocument/2006/relationships/image" Target="../media/image229.png"/><Relationship Id="rId37" Type="http://schemas.openxmlformats.org/officeDocument/2006/relationships/image" Target="../media/image234.svg"/><Relationship Id="rId40" Type="http://schemas.openxmlformats.org/officeDocument/2006/relationships/image" Target="../media/image237.png"/><Relationship Id="rId45" Type="http://schemas.openxmlformats.org/officeDocument/2006/relationships/image" Target="../media/image242.svg"/><Relationship Id="rId5" Type="http://schemas.openxmlformats.org/officeDocument/2006/relationships/image" Target="../media/image202.svg"/><Relationship Id="rId15" Type="http://schemas.openxmlformats.org/officeDocument/2006/relationships/image" Target="../media/image212.svg"/><Relationship Id="rId23" Type="http://schemas.openxmlformats.org/officeDocument/2006/relationships/image" Target="../media/image220.svg"/><Relationship Id="rId28" Type="http://schemas.openxmlformats.org/officeDocument/2006/relationships/image" Target="../media/image225.png"/><Relationship Id="rId36" Type="http://schemas.openxmlformats.org/officeDocument/2006/relationships/image" Target="../media/image233.png"/><Relationship Id="rId10" Type="http://schemas.openxmlformats.org/officeDocument/2006/relationships/image" Target="../media/image207.png"/><Relationship Id="rId19" Type="http://schemas.openxmlformats.org/officeDocument/2006/relationships/image" Target="../media/image216.svg"/><Relationship Id="rId31" Type="http://schemas.openxmlformats.org/officeDocument/2006/relationships/image" Target="../media/image228.svg"/><Relationship Id="rId44" Type="http://schemas.openxmlformats.org/officeDocument/2006/relationships/image" Target="../media/image241.png"/><Relationship Id="rId4" Type="http://schemas.openxmlformats.org/officeDocument/2006/relationships/image" Target="../media/image201.png"/><Relationship Id="rId9" Type="http://schemas.openxmlformats.org/officeDocument/2006/relationships/image" Target="../media/image206.svg"/><Relationship Id="rId14" Type="http://schemas.openxmlformats.org/officeDocument/2006/relationships/image" Target="../media/image211.png"/><Relationship Id="rId22" Type="http://schemas.openxmlformats.org/officeDocument/2006/relationships/image" Target="../media/image219.png"/><Relationship Id="rId27" Type="http://schemas.openxmlformats.org/officeDocument/2006/relationships/image" Target="../media/image224.svg"/><Relationship Id="rId30" Type="http://schemas.openxmlformats.org/officeDocument/2006/relationships/image" Target="../media/image227.png"/><Relationship Id="rId35" Type="http://schemas.openxmlformats.org/officeDocument/2006/relationships/image" Target="../media/image232.svg"/><Relationship Id="rId43" Type="http://schemas.openxmlformats.org/officeDocument/2006/relationships/image" Target="../media/image240.svg"/><Relationship Id="rId8" Type="http://schemas.openxmlformats.org/officeDocument/2006/relationships/image" Target="../media/image205.png"/><Relationship Id="rId3" Type="http://schemas.openxmlformats.org/officeDocument/2006/relationships/image" Target="../media/image200.svg"/><Relationship Id="rId12" Type="http://schemas.openxmlformats.org/officeDocument/2006/relationships/image" Target="../media/image209.png"/><Relationship Id="rId17" Type="http://schemas.openxmlformats.org/officeDocument/2006/relationships/image" Target="../media/image214.svg"/><Relationship Id="rId25" Type="http://schemas.openxmlformats.org/officeDocument/2006/relationships/image" Target="../media/image222.svg"/><Relationship Id="rId33" Type="http://schemas.openxmlformats.org/officeDocument/2006/relationships/image" Target="../media/image230.svg"/><Relationship Id="rId38" Type="http://schemas.openxmlformats.org/officeDocument/2006/relationships/image" Target="../media/image235.png"/><Relationship Id="rId20" Type="http://schemas.openxmlformats.org/officeDocument/2006/relationships/image" Target="../media/image217.png"/><Relationship Id="rId41" Type="http://schemas.openxmlformats.org/officeDocument/2006/relationships/image" Target="../media/image23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54.svg"/><Relationship Id="rId18" Type="http://schemas.openxmlformats.org/officeDocument/2006/relationships/image" Target="../media/image259.png"/><Relationship Id="rId26" Type="http://schemas.openxmlformats.org/officeDocument/2006/relationships/image" Target="../media/image267.png"/><Relationship Id="rId39" Type="http://schemas.openxmlformats.org/officeDocument/2006/relationships/image" Target="../media/image280.svg"/><Relationship Id="rId21" Type="http://schemas.openxmlformats.org/officeDocument/2006/relationships/image" Target="../media/image262.svg"/><Relationship Id="rId34" Type="http://schemas.openxmlformats.org/officeDocument/2006/relationships/image" Target="../media/image275.png"/><Relationship Id="rId42" Type="http://schemas.openxmlformats.org/officeDocument/2006/relationships/image" Target="../media/image283.png"/><Relationship Id="rId7" Type="http://schemas.openxmlformats.org/officeDocument/2006/relationships/image" Target="../media/image248.svg"/><Relationship Id="rId2" Type="http://schemas.openxmlformats.org/officeDocument/2006/relationships/image" Target="../media/image243.png"/><Relationship Id="rId16" Type="http://schemas.openxmlformats.org/officeDocument/2006/relationships/image" Target="../media/image257.png"/><Relationship Id="rId20" Type="http://schemas.openxmlformats.org/officeDocument/2006/relationships/image" Target="../media/image261.png"/><Relationship Id="rId29" Type="http://schemas.openxmlformats.org/officeDocument/2006/relationships/image" Target="../media/image270.svg"/><Relationship Id="rId41" Type="http://schemas.openxmlformats.org/officeDocument/2006/relationships/image" Target="../media/image282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247.png"/><Relationship Id="rId11" Type="http://schemas.openxmlformats.org/officeDocument/2006/relationships/image" Target="../media/image252.svg"/><Relationship Id="rId24" Type="http://schemas.openxmlformats.org/officeDocument/2006/relationships/image" Target="../media/image265.png"/><Relationship Id="rId32" Type="http://schemas.openxmlformats.org/officeDocument/2006/relationships/image" Target="../media/image273.png"/><Relationship Id="rId37" Type="http://schemas.openxmlformats.org/officeDocument/2006/relationships/image" Target="../media/image278.svg"/><Relationship Id="rId40" Type="http://schemas.openxmlformats.org/officeDocument/2006/relationships/image" Target="../media/image281.png"/><Relationship Id="rId5" Type="http://schemas.openxmlformats.org/officeDocument/2006/relationships/image" Target="../media/image246.svg"/><Relationship Id="rId15" Type="http://schemas.openxmlformats.org/officeDocument/2006/relationships/image" Target="../media/image256.svg"/><Relationship Id="rId23" Type="http://schemas.openxmlformats.org/officeDocument/2006/relationships/image" Target="../media/image264.svg"/><Relationship Id="rId28" Type="http://schemas.openxmlformats.org/officeDocument/2006/relationships/image" Target="../media/image269.png"/><Relationship Id="rId36" Type="http://schemas.openxmlformats.org/officeDocument/2006/relationships/image" Target="../media/image277.png"/><Relationship Id="rId10" Type="http://schemas.openxmlformats.org/officeDocument/2006/relationships/image" Target="../media/image251.png"/><Relationship Id="rId19" Type="http://schemas.openxmlformats.org/officeDocument/2006/relationships/image" Target="../media/image260.svg"/><Relationship Id="rId31" Type="http://schemas.openxmlformats.org/officeDocument/2006/relationships/image" Target="../media/image272.svg"/><Relationship Id="rId4" Type="http://schemas.openxmlformats.org/officeDocument/2006/relationships/image" Target="../media/image245.png"/><Relationship Id="rId9" Type="http://schemas.openxmlformats.org/officeDocument/2006/relationships/image" Target="../media/image250.svg"/><Relationship Id="rId14" Type="http://schemas.openxmlformats.org/officeDocument/2006/relationships/image" Target="../media/image255.png"/><Relationship Id="rId22" Type="http://schemas.openxmlformats.org/officeDocument/2006/relationships/image" Target="../media/image263.png"/><Relationship Id="rId27" Type="http://schemas.openxmlformats.org/officeDocument/2006/relationships/image" Target="../media/image268.svg"/><Relationship Id="rId30" Type="http://schemas.openxmlformats.org/officeDocument/2006/relationships/image" Target="../media/image271.png"/><Relationship Id="rId35" Type="http://schemas.openxmlformats.org/officeDocument/2006/relationships/image" Target="../media/image276.svg"/><Relationship Id="rId43" Type="http://schemas.openxmlformats.org/officeDocument/2006/relationships/image" Target="../media/image284.svg"/><Relationship Id="rId8" Type="http://schemas.openxmlformats.org/officeDocument/2006/relationships/image" Target="../media/image249.png"/><Relationship Id="rId3" Type="http://schemas.openxmlformats.org/officeDocument/2006/relationships/image" Target="../media/image244.svg"/><Relationship Id="rId12" Type="http://schemas.openxmlformats.org/officeDocument/2006/relationships/image" Target="../media/image253.png"/><Relationship Id="rId17" Type="http://schemas.openxmlformats.org/officeDocument/2006/relationships/image" Target="../media/image258.svg"/><Relationship Id="rId25" Type="http://schemas.openxmlformats.org/officeDocument/2006/relationships/image" Target="../media/image266.svg"/><Relationship Id="rId33" Type="http://schemas.openxmlformats.org/officeDocument/2006/relationships/image" Target="../media/image274.svg"/><Relationship Id="rId38" Type="http://schemas.openxmlformats.org/officeDocument/2006/relationships/image" Target="../media/image279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6.svg"/><Relationship Id="rId18" Type="http://schemas.openxmlformats.org/officeDocument/2006/relationships/image" Target="../media/image301.png"/><Relationship Id="rId26" Type="http://schemas.openxmlformats.org/officeDocument/2006/relationships/image" Target="../media/image309.png"/><Relationship Id="rId39" Type="http://schemas.openxmlformats.org/officeDocument/2006/relationships/image" Target="../media/image322.svg"/><Relationship Id="rId21" Type="http://schemas.openxmlformats.org/officeDocument/2006/relationships/image" Target="../media/image304.svg"/><Relationship Id="rId34" Type="http://schemas.openxmlformats.org/officeDocument/2006/relationships/image" Target="../media/image317.png"/><Relationship Id="rId42" Type="http://schemas.openxmlformats.org/officeDocument/2006/relationships/image" Target="../media/image325.png"/><Relationship Id="rId7" Type="http://schemas.openxmlformats.org/officeDocument/2006/relationships/image" Target="../media/image290.svg"/><Relationship Id="rId2" Type="http://schemas.openxmlformats.org/officeDocument/2006/relationships/image" Target="../media/image285.png"/><Relationship Id="rId16" Type="http://schemas.openxmlformats.org/officeDocument/2006/relationships/image" Target="../media/image299.png"/><Relationship Id="rId29" Type="http://schemas.openxmlformats.org/officeDocument/2006/relationships/image" Target="../media/image312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289.png"/><Relationship Id="rId11" Type="http://schemas.openxmlformats.org/officeDocument/2006/relationships/image" Target="../media/image294.svg"/><Relationship Id="rId24" Type="http://schemas.openxmlformats.org/officeDocument/2006/relationships/image" Target="../media/image307.png"/><Relationship Id="rId32" Type="http://schemas.openxmlformats.org/officeDocument/2006/relationships/image" Target="../media/image315.png"/><Relationship Id="rId37" Type="http://schemas.openxmlformats.org/officeDocument/2006/relationships/image" Target="../media/image320.svg"/><Relationship Id="rId40" Type="http://schemas.openxmlformats.org/officeDocument/2006/relationships/image" Target="../media/image323.png"/><Relationship Id="rId45" Type="http://schemas.openxmlformats.org/officeDocument/2006/relationships/image" Target="../media/image328.svg"/><Relationship Id="rId5" Type="http://schemas.openxmlformats.org/officeDocument/2006/relationships/image" Target="../media/image288.svg"/><Relationship Id="rId15" Type="http://schemas.openxmlformats.org/officeDocument/2006/relationships/image" Target="../media/image298.svg"/><Relationship Id="rId23" Type="http://schemas.openxmlformats.org/officeDocument/2006/relationships/image" Target="../media/image306.svg"/><Relationship Id="rId28" Type="http://schemas.openxmlformats.org/officeDocument/2006/relationships/image" Target="../media/image311.png"/><Relationship Id="rId36" Type="http://schemas.openxmlformats.org/officeDocument/2006/relationships/image" Target="../media/image319.png"/><Relationship Id="rId10" Type="http://schemas.openxmlformats.org/officeDocument/2006/relationships/image" Target="../media/image293.png"/><Relationship Id="rId19" Type="http://schemas.openxmlformats.org/officeDocument/2006/relationships/image" Target="../media/image302.svg"/><Relationship Id="rId31" Type="http://schemas.openxmlformats.org/officeDocument/2006/relationships/image" Target="../media/image314.svg"/><Relationship Id="rId44" Type="http://schemas.openxmlformats.org/officeDocument/2006/relationships/image" Target="../media/image327.png"/><Relationship Id="rId4" Type="http://schemas.openxmlformats.org/officeDocument/2006/relationships/image" Target="../media/image287.png"/><Relationship Id="rId9" Type="http://schemas.openxmlformats.org/officeDocument/2006/relationships/image" Target="../media/image292.svg"/><Relationship Id="rId14" Type="http://schemas.openxmlformats.org/officeDocument/2006/relationships/image" Target="../media/image297.png"/><Relationship Id="rId22" Type="http://schemas.openxmlformats.org/officeDocument/2006/relationships/image" Target="../media/image305.png"/><Relationship Id="rId27" Type="http://schemas.openxmlformats.org/officeDocument/2006/relationships/image" Target="../media/image310.svg"/><Relationship Id="rId30" Type="http://schemas.openxmlformats.org/officeDocument/2006/relationships/image" Target="../media/image313.png"/><Relationship Id="rId35" Type="http://schemas.openxmlformats.org/officeDocument/2006/relationships/image" Target="../media/image318.svg"/><Relationship Id="rId43" Type="http://schemas.openxmlformats.org/officeDocument/2006/relationships/image" Target="../media/image326.svg"/><Relationship Id="rId8" Type="http://schemas.openxmlformats.org/officeDocument/2006/relationships/image" Target="../media/image291.png"/><Relationship Id="rId3" Type="http://schemas.openxmlformats.org/officeDocument/2006/relationships/image" Target="../media/image286.svg"/><Relationship Id="rId12" Type="http://schemas.openxmlformats.org/officeDocument/2006/relationships/image" Target="../media/image295.png"/><Relationship Id="rId17" Type="http://schemas.openxmlformats.org/officeDocument/2006/relationships/image" Target="../media/image300.svg"/><Relationship Id="rId25" Type="http://schemas.openxmlformats.org/officeDocument/2006/relationships/image" Target="../media/image308.svg"/><Relationship Id="rId33" Type="http://schemas.openxmlformats.org/officeDocument/2006/relationships/image" Target="../media/image316.svg"/><Relationship Id="rId38" Type="http://schemas.openxmlformats.org/officeDocument/2006/relationships/image" Target="../media/image321.png"/><Relationship Id="rId20" Type="http://schemas.openxmlformats.org/officeDocument/2006/relationships/image" Target="../media/image303.png"/><Relationship Id="rId41" Type="http://schemas.openxmlformats.org/officeDocument/2006/relationships/image" Target="../media/image324.sv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0.svg"/><Relationship Id="rId18" Type="http://schemas.openxmlformats.org/officeDocument/2006/relationships/image" Target="../media/image345.png"/><Relationship Id="rId26" Type="http://schemas.openxmlformats.org/officeDocument/2006/relationships/image" Target="../media/image353.png"/><Relationship Id="rId39" Type="http://schemas.openxmlformats.org/officeDocument/2006/relationships/image" Target="../media/image366.svg"/><Relationship Id="rId21" Type="http://schemas.openxmlformats.org/officeDocument/2006/relationships/image" Target="../media/image348.svg"/><Relationship Id="rId34" Type="http://schemas.openxmlformats.org/officeDocument/2006/relationships/image" Target="../media/image361.png"/><Relationship Id="rId42" Type="http://schemas.openxmlformats.org/officeDocument/2006/relationships/image" Target="../media/image369.png"/><Relationship Id="rId7" Type="http://schemas.openxmlformats.org/officeDocument/2006/relationships/image" Target="../media/image334.svg"/><Relationship Id="rId2" Type="http://schemas.openxmlformats.org/officeDocument/2006/relationships/image" Target="../media/image329.png"/><Relationship Id="rId16" Type="http://schemas.openxmlformats.org/officeDocument/2006/relationships/image" Target="../media/image343.png"/><Relationship Id="rId20" Type="http://schemas.openxmlformats.org/officeDocument/2006/relationships/image" Target="../media/image347.png"/><Relationship Id="rId29" Type="http://schemas.openxmlformats.org/officeDocument/2006/relationships/image" Target="../media/image356.svg"/><Relationship Id="rId41" Type="http://schemas.openxmlformats.org/officeDocument/2006/relationships/image" Target="../media/image368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333.png"/><Relationship Id="rId11" Type="http://schemas.openxmlformats.org/officeDocument/2006/relationships/image" Target="../media/image338.svg"/><Relationship Id="rId24" Type="http://schemas.openxmlformats.org/officeDocument/2006/relationships/image" Target="../media/image351.png"/><Relationship Id="rId32" Type="http://schemas.openxmlformats.org/officeDocument/2006/relationships/image" Target="../media/image359.png"/><Relationship Id="rId37" Type="http://schemas.openxmlformats.org/officeDocument/2006/relationships/image" Target="../media/image364.svg"/><Relationship Id="rId40" Type="http://schemas.openxmlformats.org/officeDocument/2006/relationships/image" Target="../media/image367.png"/><Relationship Id="rId5" Type="http://schemas.openxmlformats.org/officeDocument/2006/relationships/image" Target="../media/image332.svg"/><Relationship Id="rId15" Type="http://schemas.openxmlformats.org/officeDocument/2006/relationships/image" Target="../media/image342.svg"/><Relationship Id="rId23" Type="http://schemas.openxmlformats.org/officeDocument/2006/relationships/image" Target="../media/image350.svg"/><Relationship Id="rId28" Type="http://schemas.openxmlformats.org/officeDocument/2006/relationships/image" Target="../media/image355.png"/><Relationship Id="rId36" Type="http://schemas.openxmlformats.org/officeDocument/2006/relationships/image" Target="../media/image363.png"/><Relationship Id="rId10" Type="http://schemas.openxmlformats.org/officeDocument/2006/relationships/image" Target="../media/image337.png"/><Relationship Id="rId19" Type="http://schemas.openxmlformats.org/officeDocument/2006/relationships/image" Target="../media/image346.svg"/><Relationship Id="rId31" Type="http://schemas.openxmlformats.org/officeDocument/2006/relationships/image" Target="../media/image358.svg"/><Relationship Id="rId4" Type="http://schemas.openxmlformats.org/officeDocument/2006/relationships/image" Target="../media/image331.png"/><Relationship Id="rId9" Type="http://schemas.openxmlformats.org/officeDocument/2006/relationships/image" Target="../media/image336.svg"/><Relationship Id="rId14" Type="http://schemas.openxmlformats.org/officeDocument/2006/relationships/image" Target="../media/image341.png"/><Relationship Id="rId22" Type="http://schemas.openxmlformats.org/officeDocument/2006/relationships/image" Target="../media/image349.png"/><Relationship Id="rId27" Type="http://schemas.openxmlformats.org/officeDocument/2006/relationships/image" Target="../media/image354.svg"/><Relationship Id="rId30" Type="http://schemas.openxmlformats.org/officeDocument/2006/relationships/image" Target="../media/image357.png"/><Relationship Id="rId35" Type="http://schemas.openxmlformats.org/officeDocument/2006/relationships/image" Target="../media/image362.svg"/><Relationship Id="rId43" Type="http://schemas.openxmlformats.org/officeDocument/2006/relationships/image" Target="../media/image370.svg"/><Relationship Id="rId8" Type="http://schemas.openxmlformats.org/officeDocument/2006/relationships/image" Target="../media/image335.png"/><Relationship Id="rId3" Type="http://schemas.openxmlformats.org/officeDocument/2006/relationships/image" Target="../media/image330.svg"/><Relationship Id="rId12" Type="http://schemas.openxmlformats.org/officeDocument/2006/relationships/image" Target="../media/image339.png"/><Relationship Id="rId17" Type="http://schemas.openxmlformats.org/officeDocument/2006/relationships/image" Target="../media/image344.svg"/><Relationship Id="rId25" Type="http://schemas.openxmlformats.org/officeDocument/2006/relationships/image" Target="../media/image352.svg"/><Relationship Id="rId33" Type="http://schemas.openxmlformats.org/officeDocument/2006/relationships/image" Target="../media/image360.svg"/><Relationship Id="rId38" Type="http://schemas.openxmlformats.org/officeDocument/2006/relationships/image" Target="../media/image365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2.svg"/><Relationship Id="rId18" Type="http://schemas.openxmlformats.org/officeDocument/2006/relationships/image" Target="../media/image387.png"/><Relationship Id="rId26" Type="http://schemas.openxmlformats.org/officeDocument/2006/relationships/image" Target="../media/image395.png"/><Relationship Id="rId39" Type="http://schemas.openxmlformats.org/officeDocument/2006/relationships/image" Target="../media/image408.svg"/><Relationship Id="rId21" Type="http://schemas.openxmlformats.org/officeDocument/2006/relationships/image" Target="../media/image390.svg"/><Relationship Id="rId34" Type="http://schemas.openxmlformats.org/officeDocument/2006/relationships/image" Target="../media/image403.png"/><Relationship Id="rId42" Type="http://schemas.openxmlformats.org/officeDocument/2006/relationships/image" Target="../media/image411.png"/><Relationship Id="rId7" Type="http://schemas.openxmlformats.org/officeDocument/2006/relationships/image" Target="../media/image376.svg"/><Relationship Id="rId2" Type="http://schemas.openxmlformats.org/officeDocument/2006/relationships/image" Target="../media/image371.png"/><Relationship Id="rId16" Type="http://schemas.openxmlformats.org/officeDocument/2006/relationships/image" Target="../media/image385.png"/><Relationship Id="rId20" Type="http://schemas.openxmlformats.org/officeDocument/2006/relationships/image" Target="../media/image389.png"/><Relationship Id="rId29" Type="http://schemas.openxmlformats.org/officeDocument/2006/relationships/image" Target="../media/image398.svg"/><Relationship Id="rId41" Type="http://schemas.openxmlformats.org/officeDocument/2006/relationships/image" Target="../media/image410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375.png"/><Relationship Id="rId11" Type="http://schemas.openxmlformats.org/officeDocument/2006/relationships/image" Target="../media/image380.svg"/><Relationship Id="rId24" Type="http://schemas.openxmlformats.org/officeDocument/2006/relationships/image" Target="../media/image393.png"/><Relationship Id="rId32" Type="http://schemas.openxmlformats.org/officeDocument/2006/relationships/image" Target="../media/image401.png"/><Relationship Id="rId37" Type="http://schemas.openxmlformats.org/officeDocument/2006/relationships/image" Target="../media/image406.svg"/><Relationship Id="rId40" Type="http://schemas.openxmlformats.org/officeDocument/2006/relationships/image" Target="../media/image409.png"/><Relationship Id="rId5" Type="http://schemas.openxmlformats.org/officeDocument/2006/relationships/image" Target="../media/image374.svg"/><Relationship Id="rId15" Type="http://schemas.openxmlformats.org/officeDocument/2006/relationships/image" Target="../media/image384.svg"/><Relationship Id="rId23" Type="http://schemas.openxmlformats.org/officeDocument/2006/relationships/image" Target="../media/image392.svg"/><Relationship Id="rId28" Type="http://schemas.openxmlformats.org/officeDocument/2006/relationships/image" Target="../media/image397.png"/><Relationship Id="rId36" Type="http://schemas.openxmlformats.org/officeDocument/2006/relationships/image" Target="../media/image405.png"/><Relationship Id="rId10" Type="http://schemas.openxmlformats.org/officeDocument/2006/relationships/image" Target="../media/image379.png"/><Relationship Id="rId19" Type="http://schemas.openxmlformats.org/officeDocument/2006/relationships/image" Target="../media/image388.svg"/><Relationship Id="rId31" Type="http://schemas.openxmlformats.org/officeDocument/2006/relationships/image" Target="../media/image400.svg"/><Relationship Id="rId4" Type="http://schemas.openxmlformats.org/officeDocument/2006/relationships/image" Target="../media/image373.png"/><Relationship Id="rId9" Type="http://schemas.openxmlformats.org/officeDocument/2006/relationships/image" Target="../media/image378.svg"/><Relationship Id="rId14" Type="http://schemas.openxmlformats.org/officeDocument/2006/relationships/image" Target="../media/image383.png"/><Relationship Id="rId22" Type="http://schemas.openxmlformats.org/officeDocument/2006/relationships/image" Target="../media/image391.png"/><Relationship Id="rId27" Type="http://schemas.openxmlformats.org/officeDocument/2006/relationships/image" Target="../media/image396.svg"/><Relationship Id="rId30" Type="http://schemas.openxmlformats.org/officeDocument/2006/relationships/image" Target="../media/image399.png"/><Relationship Id="rId35" Type="http://schemas.openxmlformats.org/officeDocument/2006/relationships/image" Target="../media/image404.svg"/><Relationship Id="rId43" Type="http://schemas.openxmlformats.org/officeDocument/2006/relationships/image" Target="../media/image412.svg"/><Relationship Id="rId8" Type="http://schemas.openxmlformats.org/officeDocument/2006/relationships/image" Target="../media/image377.png"/><Relationship Id="rId3" Type="http://schemas.openxmlformats.org/officeDocument/2006/relationships/image" Target="../media/image372.svg"/><Relationship Id="rId12" Type="http://schemas.openxmlformats.org/officeDocument/2006/relationships/image" Target="../media/image381.png"/><Relationship Id="rId17" Type="http://schemas.openxmlformats.org/officeDocument/2006/relationships/image" Target="../media/image386.svg"/><Relationship Id="rId25" Type="http://schemas.openxmlformats.org/officeDocument/2006/relationships/image" Target="../media/image394.svg"/><Relationship Id="rId33" Type="http://schemas.openxmlformats.org/officeDocument/2006/relationships/image" Target="../media/image402.svg"/><Relationship Id="rId38" Type="http://schemas.openxmlformats.org/officeDocument/2006/relationships/image" Target="../media/image407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24.svg"/><Relationship Id="rId18" Type="http://schemas.openxmlformats.org/officeDocument/2006/relationships/image" Target="../media/image429.png"/><Relationship Id="rId26" Type="http://schemas.openxmlformats.org/officeDocument/2006/relationships/image" Target="../media/image437.png"/><Relationship Id="rId39" Type="http://schemas.openxmlformats.org/officeDocument/2006/relationships/image" Target="../media/image450.svg"/><Relationship Id="rId21" Type="http://schemas.openxmlformats.org/officeDocument/2006/relationships/image" Target="../media/image432.svg"/><Relationship Id="rId34" Type="http://schemas.openxmlformats.org/officeDocument/2006/relationships/image" Target="../media/image445.png"/><Relationship Id="rId42" Type="http://schemas.openxmlformats.org/officeDocument/2006/relationships/image" Target="../media/image453.png"/><Relationship Id="rId7" Type="http://schemas.openxmlformats.org/officeDocument/2006/relationships/image" Target="../media/image418.svg"/><Relationship Id="rId2" Type="http://schemas.openxmlformats.org/officeDocument/2006/relationships/image" Target="../media/image413.png"/><Relationship Id="rId16" Type="http://schemas.openxmlformats.org/officeDocument/2006/relationships/image" Target="../media/image427.png"/><Relationship Id="rId20" Type="http://schemas.openxmlformats.org/officeDocument/2006/relationships/image" Target="../media/image431.png"/><Relationship Id="rId29" Type="http://schemas.openxmlformats.org/officeDocument/2006/relationships/image" Target="../media/image440.svg"/><Relationship Id="rId41" Type="http://schemas.openxmlformats.org/officeDocument/2006/relationships/image" Target="../media/image452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417.png"/><Relationship Id="rId11" Type="http://schemas.openxmlformats.org/officeDocument/2006/relationships/image" Target="../media/image422.svg"/><Relationship Id="rId24" Type="http://schemas.openxmlformats.org/officeDocument/2006/relationships/image" Target="../media/image435.png"/><Relationship Id="rId32" Type="http://schemas.openxmlformats.org/officeDocument/2006/relationships/image" Target="../media/image443.png"/><Relationship Id="rId37" Type="http://schemas.openxmlformats.org/officeDocument/2006/relationships/image" Target="../media/image448.svg"/><Relationship Id="rId40" Type="http://schemas.openxmlformats.org/officeDocument/2006/relationships/image" Target="../media/image451.png"/><Relationship Id="rId5" Type="http://schemas.openxmlformats.org/officeDocument/2006/relationships/image" Target="../media/image416.svg"/><Relationship Id="rId15" Type="http://schemas.openxmlformats.org/officeDocument/2006/relationships/image" Target="../media/image426.svg"/><Relationship Id="rId23" Type="http://schemas.openxmlformats.org/officeDocument/2006/relationships/image" Target="../media/image434.svg"/><Relationship Id="rId28" Type="http://schemas.openxmlformats.org/officeDocument/2006/relationships/image" Target="../media/image439.png"/><Relationship Id="rId36" Type="http://schemas.openxmlformats.org/officeDocument/2006/relationships/image" Target="../media/image447.png"/><Relationship Id="rId10" Type="http://schemas.openxmlformats.org/officeDocument/2006/relationships/image" Target="../media/image421.png"/><Relationship Id="rId19" Type="http://schemas.openxmlformats.org/officeDocument/2006/relationships/image" Target="../media/image430.svg"/><Relationship Id="rId31" Type="http://schemas.openxmlformats.org/officeDocument/2006/relationships/image" Target="../media/image442.svg"/><Relationship Id="rId4" Type="http://schemas.openxmlformats.org/officeDocument/2006/relationships/image" Target="../media/image415.png"/><Relationship Id="rId9" Type="http://schemas.openxmlformats.org/officeDocument/2006/relationships/image" Target="../media/image420.svg"/><Relationship Id="rId14" Type="http://schemas.openxmlformats.org/officeDocument/2006/relationships/image" Target="../media/image425.png"/><Relationship Id="rId22" Type="http://schemas.openxmlformats.org/officeDocument/2006/relationships/image" Target="../media/image433.png"/><Relationship Id="rId27" Type="http://schemas.openxmlformats.org/officeDocument/2006/relationships/image" Target="../media/image438.svg"/><Relationship Id="rId30" Type="http://schemas.openxmlformats.org/officeDocument/2006/relationships/image" Target="../media/image441.png"/><Relationship Id="rId35" Type="http://schemas.openxmlformats.org/officeDocument/2006/relationships/image" Target="../media/image446.svg"/><Relationship Id="rId43" Type="http://schemas.openxmlformats.org/officeDocument/2006/relationships/image" Target="../media/image454.svg"/><Relationship Id="rId8" Type="http://schemas.openxmlformats.org/officeDocument/2006/relationships/image" Target="../media/image419.png"/><Relationship Id="rId3" Type="http://schemas.openxmlformats.org/officeDocument/2006/relationships/image" Target="../media/image414.svg"/><Relationship Id="rId12" Type="http://schemas.openxmlformats.org/officeDocument/2006/relationships/image" Target="../media/image423.png"/><Relationship Id="rId17" Type="http://schemas.openxmlformats.org/officeDocument/2006/relationships/image" Target="../media/image428.svg"/><Relationship Id="rId25" Type="http://schemas.openxmlformats.org/officeDocument/2006/relationships/image" Target="../media/image436.svg"/><Relationship Id="rId33" Type="http://schemas.openxmlformats.org/officeDocument/2006/relationships/image" Target="../media/image444.svg"/><Relationship Id="rId38" Type="http://schemas.openxmlformats.org/officeDocument/2006/relationships/image" Target="../media/image449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66.svg"/><Relationship Id="rId18" Type="http://schemas.openxmlformats.org/officeDocument/2006/relationships/image" Target="../media/image471.png"/><Relationship Id="rId26" Type="http://schemas.openxmlformats.org/officeDocument/2006/relationships/image" Target="../media/image479.png"/><Relationship Id="rId39" Type="http://schemas.openxmlformats.org/officeDocument/2006/relationships/image" Target="../media/image492.svg"/><Relationship Id="rId21" Type="http://schemas.openxmlformats.org/officeDocument/2006/relationships/image" Target="../media/image474.svg"/><Relationship Id="rId34" Type="http://schemas.openxmlformats.org/officeDocument/2006/relationships/image" Target="../media/image487.png"/><Relationship Id="rId42" Type="http://schemas.openxmlformats.org/officeDocument/2006/relationships/image" Target="../media/image495.png"/><Relationship Id="rId7" Type="http://schemas.openxmlformats.org/officeDocument/2006/relationships/image" Target="../media/image460.svg"/><Relationship Id="rId2" Type="http://schemas.openxmlformats.org/officeDocument/2006/relationships/image" Target="../media/image455.png"/><Relationship Id="rId16" Type="http://schemas.openxmlformats.org/officeDocument/2006/relationships/image" Target="../media/image469.png"/><Relationship Id="rId20" Type="http://schemas.openxmlformats.org/officeDocument/2006/relationships/image" Target="../media/image473.png"/><Relationship Id="rId29" Type="http://schemas.openxmlformats.org/officeDocument/2006/relationships/image" Target="../media/image482.svg"/><Relationship Id="rId41" Type="http://schemas.openxmlformats.org/officeDocument/2006/relationships/image" Target="../media/image494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459.png"/><Relationship Id="rId11" Type="http://schemas.openxmlformats.org/officeDocument/2006/relationships/image" Target="../media/image464.svg"/><Relationship Id="rId24" Type="http://schemas.openxmlformats.org/officeDocument/2006/relationships/image" Target="../media/image477.png"/><Relationship Id="rId32" Type="http://schemas.openxmlformats.org/officeDocument/2006/relationships/image" Target="../media/image485.png"/><Relationship Id="rId37" Type="http://schemas.openxmlformats.org/officeDocument/2006/relationships/image" Target="../media/image490.svg"/><Relationship Id="rId40" Type="http://schemas.openxmlformats.org/officeDocument/2006/relationships/image" Target="../media/image493.png"/><Relationship Id="rId5" Type="http://schemas.openxmlformats.org/officeDocument/2006/relationships/image" Target="../media/image458.svg"/><Relationship Id="rId15" Type="http://schemas.openxmlformats.org/officeDocument/2006/relationships/image" Target="../media/image468.svg"/><Relationship Id="rId23" Type="http://schemas.openxmlformats.org/officeDocument/2006/relationships/image" Target="../media/image476.svg"/><Relationship Id="rId28" Type="http://schemas.openxmlformats.org/officeDocument/2006/relationships/image" Target="../media/image481.png"/><Relationship Id="rId36" Type="http://schemas.openxmlformats.org/officeDocument/2006/relationships/image" Target="../media/image489.png"/><Relationship Id="rId10" Type="http://schemas.openxmlformats.org/officeDocument/2006/relationships/image" Target="../media/image463.png"/><Relationship Id="rId19" Type="http://schemas.openxmlformats.org/officeDocument/2006/relationships/image" Target="../media/image472.svg"/><Relationship Id="rId31" Type="http://schemas.openxmlformats.org/officeDocument/2006/relationships/image" Target="../media/image484.svg"/><Relationship Id="rId4" Type="http://schemas.openxmlformats.org/officeDocument/2006/relationships/image" Target="../media/image457.png"/><Relationship Id="rId9" Type="http://schemas.openxmlformats.org/officeDocument/2006/relationships/image" Target="../media/image462.svg"/><Relationship Id="rId14" Type="http://schemas.openxmlformats.org/officeDocument/2006/relationships/image" Target="../media/image467.png"/><Relationship Id="rId22" Type="http://schemas.openxmlformats.org/officeDocument/2006/relationships/image" Target="../media/image475.png"/><Relationship Id="rId27" Type="http://schemas.openxmlformats.org/officeDocument/2006/relationships/image" Target="../media/image480.svg"/><Relationship Id="rId30" Type="http://schemas.openxmlformats.org/officeDocument/2006/relationships/image" Target="../media/image483.png"/><Relationship Id="rId35" Type="http://schemas.openxmlformats.org/officeDocument/2006/relationships/image" Target="../media/image488.svg"/><Relationship Id="rId43" Type="http://schemas.openxmlformats.org/officeDocument/2006/relationships/image" Target="../media/image496.svg"/><Relationship Id="rId8" Type="http://schemas.openxmlformats.org/officeDocument/2006/relationships/image" Target="../media/image461.png"/><Relationship Id="rId3" Type="http://schemas.openxmlformats.org/officeDocument/2006/relationships/image" Target="../media/image456.svg"/><Relationship Id="rId12" Type="http://schemas.openxmlformats.org/officeDocument/2006/relationships/image" Target="../media/image465.png"/><Relationship Id="rId17" Type="http://schemas.openxmlformats.org/officeDocument/2006/relationships/image" Target="../media/image470.svg"/><Relationship Id="rId25" Type="http://schemas.openxmlformats.org/officeDocument/2006/relationships/image" Target="../media/image478.svg"/><Relationship Id="rId33" Type="http://schemas.openxmlformats.org/officeDocument/2006/relationships/image" Target="../media/image486.svg"/><Relationship Id="rId38" Type="http://schemas.openxmlformats.org/officeDocument/2006/relationships/image" Target="../media/image491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08.svg"/><Relationship Id="rId18" Type="http://schemas.openxmlformats.org/officeDocument/2006/relationships/image" Target="../media/image513.png"/><Relationship Id="rId26" Type="http://schemas.openxmlformats.org/officeDocument/2006/relationships/image" Target="../media/image521.png"/><Relationship Id="rId39" Type="http://schemas.openxmlformats.org/officeDocument/2006/relationships/image" Target="../media/image534.svg"/><Relationship Id="rId21" Type="http://schemas.openxmlformats.org/officeDocument/2006/relationships/image" Target="../media/image516.svg"/><Relationship Id="rId34" Type="http://schemas.openxmlformats.org/officeDocument/2006/relationships/image" Target="../media/image529.png"/><Relationship Id="rId42" Type="http://schemas.openxmlformats.org/officeDocument/2006/relationships/image" Target="../media/image537.png"/><Relationship Id="rId7" Type="http://schemas.openxmlformats.org/officeDocument/2006/relationships/image" Target="../media/image502.svg"/><Relationship Id="rId2" Type="http://schemas.openxmlformats.org/officeDocument/2006/relationships/image" Target="../media/image497.png"/><Relationship Id="rId16" Type="http://schemas.openxmlformats.org/officeDocument/2006/relationships/image" Target="../media/image511.png"/><Relationship Id="rId20" Type="http://schemas.openxmlformats.org/officeDocument/2006/relationships/image" Target="../media/image515.png"/><Relationship Id="rId29" Type="http://schemas.openxmlformats.org/officeDocument/2006/relationships/image" Target="../media/image524.svg"/><Relationship Id="rId41" Type="http://schemas.openxmlformats.org/officeDocument/2006/relationships/image" Target="../media/image536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501.png"/><Relationship Id="rId11" Type="http://schemas.openxmlformats.org/officeDocument/2006/relationships/image" Target="../media/image506.svg"/><Relationship Id="rId24" Type="http://schemas.openxmlformats.org/officeDocument/2006/relationships/image" Target="../media/image519.png"/><Relationship Id="rId32" Type="http://schemas.openxmlformats.org/officeDocument/2006/relationships/image" Target="../media/image527.png"/><Relationship Id="rId37" Type="http://schemas.openxmlformats.org/officeDocument/2006/relationships/image" Target="../media/image532.svg"/><Relationship Id="rId40" Type="http://schemas.openxmlformats.org/officeDocument/2006/relationships/image" Target="../media/image535.png"/><Relationship Id="rId5" Type="http://schemas.openxmlformats.org/officeDocument/2006/relationships/image" Target="../media/image500.svg"/><Relationship Id="rId15" Type="http://schemas.openxmlformats.org/officeDocument/2006/relationships/image" Target="../media/image510.svg"/><Relationship Id="rId23" Type="http://schemas.openxmlformats.org/officeDocument/2006/relationships/image" Target="../media/image518.svg"/><Relationship Id="rId28" Type="http://schemas.openxmlformats.org/officeDocument/2006/relationships/image" Target="../media/image523.png"/><Relationship Id="rId36" Type="http://schemas.openxmlformats.org/officeDocument/2006/relationships/image" Target="../media/image531.png"/><Relationship Id="rId10" Type="http://schemas.openxmlformats.org/officeDocument/2006/relationships/image" Target="../media/image505.png"/><Relationship Id="rId19" Type="http://schemas.openxmlformats.org/officeDocument/2006/relationships/image" Target="../media/image514.svg"/><Relationship Id="rId31" Type="http://schemas.openxmlformats.org/officeDocument/2006/relationships/image" Target="../media/image526.svg"/><Relationship Id="rId4" Type="http://schemas.openxmlformats.org/officeDocument/2006/relationships/image" Target="../media/image499.png"/><Relationship Id="rId9" Type="http://schemas.openxmlformats.org/officeDocument/2006/relationships/image" Target="../media/image504.svg"/><Relationship Id="rId14" Type="http://schemas.openxmlformats.org/officeDocument/2006/relationships/image" Target="../media/image509.png"/><Relationship Id="rId22" Type="http://schemas.openxmlformats.org/officeDocument/2006/relationships/image" Target="../media/image517.png"/><Relationship Id="rId27" Type="http://schemas.openxmlformats.org/officeDocument/2006/relationships/image" Target="../media/image522.svg"/><Relationship Id="rId30" Type="http://schemas.openxmlformats.org/officeDocument/2006/relationships/image" Target="../media/image525.png"/><Relationship Id="rId35" Type="http://schemas.openxmlformats.org/officeDocument/2006/relationships/image" Target="../media/image530.svg"/><Relationship Id="rId43" Type="http://schemas.openxmlformats.org/officeDocument/2006/relationships/image" Target="../media/image538.svg"/><Relationship Id="rId8" Type="http://schemas.openxmlformats.org/officeDocument/2006/relationships/image" Target="../media/image503.png"/><Relationship Id="rId3" Type="http://schemas.openxmlformats.org/officeDocument/2006/relationships/image" Target="../media/image498.svg"/><Relationship Id="rId12" Type="http://schemas.openxmlformats.org/officeDocument/2006/relationships/image" Target="../media/image507.png"/><Relationship Id="rId17" Type="http://schemas.openxmlformats.org/officeDocument/2006/relationships/image" Target="../media/image512.svg"/><Relationship Id="rId25" Type="http://schemas.openxmlformats.org/officeDocument/2006/relationships/image" Target="../media/image520.svg"/><Relationship Id="rId33" Type="http://schemas.openxmlformats.org/officeDocument/2006/relationships/image" Target="../media/image528.svg"/><Relationship Id="rId38" Type="http://schemas.openxmlformats.org/officeDocument/2006/relationships/image" Target="../media/image533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0.svg"/><Relationship Id="rId18" Type="http://schemas.openxmlformats.org/officeDocument/2006/relationships/image" Target="../media/image555.png"/><Relationship Id="rId26" Type="http://schemas.openxmlformats.org/officeDocument/2006/relationships/image" Target="../media/image563.png"/><Relationship Id="rId39" Type="http://schemas.openxmlformats.org/officeDocument/2006/relationships/image" Target="../media/image576.svg"/><Relationship Id="rId21" Type="http://schemas.openxmlformats.org/officeDocument/2006/relationships/image" Target="../media/image558.svg"/><Relationship Id="rId34" Type="http://schemas.openxmlformats.org/officeDocument/2006/relationships/image" Target="../media/image571.png"/><Relationship Id="rId42" Type="http://schemas.openxmlformats.org/officeDocument/2006/relationships/image" Target="../media/image579.png"/><Relationship Id="rId7" Type="http://schemas.openxmlformats.org/officeDocument/2006/relationships/image" Target="../media/image544.svg"/><Relationship Id="rId2" Type="http://schemas.openxmlformats.org/officeDocument/2006/relationships/image" Target="../media/image539.png"/><Relationship Id="rId16" Type="http://schemas.openxmlformats.org/officeDocument/2006/relationships/image" Target="../media/image553.png"/><Relationship Id="rId20" Type="http://schemas.openxmlformats.org/officeDocument/2006/relationships/image" Target="../media/image557.png"/><Relationship Id="rId29" Type="http://schemas.openxmlformats.org/officeDocument/2006/relationships/image" Target="../media/image566.svg"/><Relationship Id="rId41" Type="http://schemas.openxmlformats.org/officeDocument/2006/relationships/image" Target="../media/image578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543.png"/><Relationship Id="rId11" Type="http://schemas.openxmlformats.org/officeDocument/2006/relationships/image" Target="../media/image548.svg"/><Relationship Id="rId24" Type="http://schemas.openxmlformats.org/officeDocument/2006/relationships/image" Target="../media/image561.png"/><Relationship Id="rId32" Type="http://schemas.openxmlformats.org/officeDocument/2006/relationships/image" Target="../media/image569.png"/><Relationship Id="rId37" Type="http://schemas.openxmlformats.org/officeDocument/2006/relationships/image" Target="../media/image574.svg"/><Relationship Id="rId40" Type="http://schemas.openxmlformats.org/officeDocument/2006/relationships/image" Target="../media/image577.png"/><Relationship Id="rId5" Type="http://schemas.openxmlformats.org/officeDocument/2006/relationships/image" Target="../media/image542.svg"/><Relationship Id="rId15" Type="http://schemas.openxmlformats.org/officeDocument/2006/relationships/image" Target="../media/image552.svg"/><Relationship Id="rId23" Type="http://schemas.openxmlformats.org/officeDocument/2006/relationships/image" Target="../media/image560.svg"/><Relationship Id="rId28" Type="http://schemas.openxmlformats.org/officeDocument/2006/relationships/image" Target="../media/image565.png"/><Relationship Id="rId36" Type="http://schemas.openxmlformats.org/officeDocument/2006/relationships/image" Target="../media/image573.png"/><Relationship Id="rId10" Type="http://schemas.openxmlformats.org/officeDocument/2006/relationships/image" Target="../media/image547.png"/><Relationship Id="rId19" Type="http://schemas.openxmlformats.org/officeDocument/2006/relationships/image" Target="../media/image556.svg"/><Relationship Id="rId31" Type="http://schemas.openxmlformats.org/officeDocument/2006/relationships/image" Target="../media/image568.svg"/><Relationship Id="rId4" Type="http://schemas.openxmlformats.org/officeDocument/2006/relationships/image" Target="../media/image541.png"/><Relationship Id="rId9" Type="http://schemas.openxmlformats.org/officeDocument/2006/relationships/image" Target="../media/image546.svg"/><Relationship Id="rId14" Type="http://schemas.openxmlformats.org/officeDocument/2006/relationships/image" Target="../media/image551.png"/><Relationship Id="rId22" Type="http://schemas.openxmlformats.org/officeDocument/2006/relationships/image" Target="../media/image559.png"/><Relationship Id="rId27" Type="http://schemas.openxmlformats.org/officeDocument/2006/relationships/image" Target="../media/image564.svg"/><Relationship Id="rId30" Type="http://schemas.openxmlformats.org/officeDocument/2006/relationships/image" Target="../media/image567.png"/><Relationship Id="rId35" Type="http://schemas.openxmlformats.org/officeDocument/2006/relationships/image" Target="../media/image572.svg"/><Relationship Id="rId43" Type="http://schemas.openxmlformats.org/officeDocument/2006/relationships/image" Target="../media/image580.svg"/><Relationship Id="rId8" Type="http://schemas.openxmlformats.org/officeDocument/2006/relationships/image" Target="../media/image545.png"/><Relationship Id="rId3" Type="http://schemas.openxmlformats.org/officeDocument/2006/relationships/image" Target="../media/image540.svg"/><Relationship Id="rId12" Type="http://schemas.openxmlformats.org/officeDocument/2006/relationships/image" Target="../media/image549.png"/><Relationship Id="rId17" Type="http://schemas.openxmlformats.org/officeDocument/2006/relationships/image" Target="../media/image554.svg"/><Relationship Id="rId25" Type="http://schemas.openxmlformats.org/officeDocument/2006/relationships/image" Target="../media/image562.svg"/><Relationship Id="rId33" Type="http://schemas.openxmlformats.org/officeDocument/2006/relationships/image" Target="../media/image570.svg"/><Relationship Id="rId38" Type="http://schemas.openxmlformats.org/officeDocument/2006/relationships/image" Target="../media/image575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92.svg"/><Relationship Id="rId18" Type="http://schemas.openxmlformats.org/officeDocument/2006/relationships/image" Target="../media/image597.png"/><Relationship Id="rId26" Type="http://schemas.openxmlformats.org/officeDocument/2006/relationships/image" Target="../media/image605.png"/><Relationship Id="rId39" Type="http://schemas.openxmlformats.org/officeDocument/2006/relationships/image" Target="../media/image618.svg"/><Relationship Id="rId21" Type="http://schemas.openxmlformats.org/officeDocument/2006/relationships/image" Target="../media/image600.svg"/><Relationship Id="rId34" Type="http://schemas.openxmlformats.org/officeDocument/2006/relationships/image" Target="../media/image613.png"/><Relationship Id="rId42" Type="http://schemas.openxmlformats.org/officeDocument/2006/relationships/image" Target="../media/image621.png"/><Relationship Id="rId7" Type="http://schemas.openxmlformats.org/officeDocument/2006/relationships/image" Target="../media/image586.svg"/><Relationship Id="rId2" Type="http://schemas.openxmlformats.org/officeDocument/2006/relationships/image" Target="../media/image581.png"/><Relationship Id="rId16" Type="http://schemas.openxmlformats.org/officeDocument/2006/relationships/image" Target="../media/image595.png"/><Relationship Id="rId20" Type="http://schemas.openxmlformats.org/officeDocument/2006/relationships/image" Target="../media/image599.png"/><Relationship Id="rId29" Type="http://schemas.openxmlformats.org/officeDocument/2006/relationships/image" Target="../media/image608.svg"/><Relationship Id="rId41" Type="http://schemas.openxmlformats.org/officeDocument/2006/relationships/image" Target="../media/image620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585.png"/><Relationship Id="rId11" Type="http://schemas.openxmlformats.org/officeDocument/2006/relationships/image" Target="../media/image590.svg"/><Relationship Id="rId24" Type="http://schemas.openxmlformats.org/officeDocument/2006/relationships/image" Target="../media/image603.png"/><Relationship Id="rId32" Type="http://schemas.openxmlformats.org/officeDocument/2006/relationships/image" Target="../media/image611.png"/><Relationship Id="rId37" Type="http://schemas.openxmlformats.org/officeDocument/2006/relationships/image" Target="../media/image616.svg"/><Relationship Id="rId40" Type="http://schemas.openxmlformats.org/officeDocument/2006/relationships/image" Target="../media/image619.png"/><Relationship Id="rId5" Type="http://schemas.openxmlformats.org/officeDocument/2006/relationships/image" Target="../media/image584.svg"/><Relationship Id="rId15" Type="http://schemas.openxmlformats.org/officeDocument/2006/relationships/image" Target="../media/image594.svg"/><Relationship Id="rId23" Type="http://schemas.openxmlformats.org/officeDocument/2006/relationships/image" Target="../media/image602.svg"/><Relationship Id="rId28" Type="http://schemas.openxmlformats.org/officeDocument/2006/relationships/image" Target="../media/image607.png"/><Relationship Id="rId36" Type="http://schemas.openxmlformats.org/officeDocument/2006/relationships/image" Target="../media/image615.png"/><Relationship Id="rId10" Type="http://schemas.openxmlformats.org/officeDocument/2006/relationships/image" Target="../media/image589.png"/><Relationship Id="rId19" Type="http://schemas.openxmlformats.org/officeDocument/2006/relationships/image" Target="../media/image598.svg"/><Relationship Id="rId31" Type="http://schemas.openxmlformats.org/officeDocument/2006/relationships/image" Target="../media/image610.svg"/><Relationship Id="rId4" Type="http://schemas.openxmlformats.org/officeDocument/2006/relationships/image" Target="../media/image583.png"/><Relationship Id="rId9" Type="http://schemas.openxmlformats.org/officeDocument/2006/relationships/image" Target="../media/image588.svg"/><Relationship Id="rId14" Type="http://schemas.openxmlformats.org/officeDocument/2006/relationships/image" Target="../media/image593.png"/><Relationship Id="rId22" Type="http://schemas.openxmlformats.org/officeDocument/2006/relationships/image" Target="../media/image601.png"/><Relationship Id="rId27" Type="http://schemas.openxmlformats.org/officeDocument/2006/relationships/image" Target="../media/image606.svg"/><Relationship Id="rId30" Type="http://schemas.openxmlformats.org/officeDocument/2006/relationships/image" Target="../media/image609.png"/><Relationship Id="rId35" Type="http://schemas.openxmlformats.org/officeDocument/2006/relationships/image" Target="../media/image614.svg"/><Relationship Id="rId43" Type="http://schemas.openxmlformats.org/officeDocument/2006/relationships/image" Target="../media/image622.svg"/><Relationship Id="rId8" Type="http://schemas.openxmlformats.org/officeDocument/2006/relationships/image" Target="../media/image587.png"/><Relationship Id="rId3" Type="http://schemas.openxmlformats.org/officeDocument/2006/relationships/image" Target="../media/image582.svg"/><Relationship Id="rId12" Type="http://schemas.openxmlformats.org/officeDocument/2006/relationships/image" Target="../media/image591.png"/><Relationship Id="rId17" Type="http://schemas.openxmlformats.org/officeDocument/2006/relationships/image" Target="../media/image596.svg"/><Relationship Id="rId25" Type="http://schemas.openxmlformats.org/officeDocument/2006/relationships/image" Target="../media/image604.svg"/><Relationship Id="rId33" Type="http://schemas.openxmlformats.org/officeDocument/2006/relationships/image" Target="../media/image612.svg"/><Relationship Id="rId38" Type="http://schemas.openxmlformats.org/officeDocument/2006/relationships/image" Target="../media/image617.pn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34.svg"/><Relationship Id="rId18" Type="http://schemas.openxmlformats.org/officeDocument/2006/relationships/image" Target="../media/image639.png"/><Relationship Id="rId26" Type="http://schemas.openxmlformats.org/officeDocument/2006/relationships/image" Target="../media/image647.png"/><Relationship Id="rId21" Type="http://schemas.openxmlformats.org/officeDocument/2006/relationships/image" Target="../media/image642.svg"/><Relationship Id="rId34" Type="http://schemas.openxmlformats.org/officeDocument/2006/relationships/image" Target="../media/image655.png"/><Relationship Id="rId7" Type="http://schemas.openxmlformats.org/officeDocument/2006/relationships/image" Target="../media/image628.svg"/><Relationship Id="rId12" Type="http://schemas.openxmlformats.org/officeDocument/2006/relationships/image" Target="../media/image633.png"/><Relationship Id="rId17" Type="http://schemas.openxmlformats.org/officeDocument/2006/relationships/image" Target="../media/image638.svg"/><Relationship Id="rId25" Type="http://schemas.openxmlformats.org/officeDocument/2006/relationships/image" Target="../media/image646.svg"/><Relationship Id="rId33" Type="http://schemas.openxmlformats.org/officeDocument/2006/relationships/image" Target="../media/image654.svg"/><Relationship Id="rId2" Type="http://schemas.openxmlformats.org/officeDocument/2006/relationships/image" Target="../media/image623.png"/><Relationship Id="rId16" Type="http://schemas.openxmlformats.org/officeDocument/2006/relationships/image" Target="../media/image637.png"/><Relationship Id="rId20" Type="http://schemas.openxmlformats.org/officeDocument/2006/relationships/image" Target="../media/image641.png"/><Relationship Id="rId29" Type="http://schemas.openxmlformats.org/officeDocument/2006/relationships/image" Target="../media/image650.svg"/><Relationship Id="rId1" Type="http://schemas.openxmlformats.org/officeDocument/2006/relationships/slideLayout" Target="../slideLayouts/slideLayout65.xml"/><Relationship Id="rId6" Type="http://schemas.openxmlformats.org/officeDocument/2006/relationships/image" Target="../media/image627.png"/><Relationship Id="rId11" Type="http://schemas.openxmlformats.org/officeDocument/2006/relationships/image" Target="../media/image632.svg"/><Relationship Id="rId24" Type="http://schemas.openxmlformats.org/officeDocument/2006/relationships/image" Target="../media/image645.png"/><Relationship Id="rId32" Type="http://schemas.openxmlformats.org/officeDocument/2006/relationships/image" Target="../media/image653.png"/><Relationship Id="rId37" Type="http://schemas.openxmlformats.org/officeDocument/2006/relationships/image" Target="../media/image658.svg"/><Relationship Id="rId5" Type="http://schemas.openxmlformats.org/officeDocument/2006/relationships/image" Target="../media/image626.svg"/><Relationship Id="rId15" Type="http://schemas.openxmlformats.org/officeDocument/2006/relationships/image" Target="../media/image636.svg"/><Relationship Id="rId23" Type="http://schemas.openxmlformats.org/officeDocument/2006/relationships/image" Target="../media/image644.svg"/><Relationship Id="rId28" Type="http://schemas.openxmlformats.org/officeDocument/2006/relationships/image" Target="../media/image649.png"/><Relationship Id="rId36" Type="http://schemas.openxmlformats.org/officeDocument/2006/relationships/image" Target="../media/image657.png"/><Relationship Id="rId10" Type="http://schemas.openxmlformats.org/officeDocument/2006/relationships/image" Target="../media/image631.png"/><Relationship Id="rId19" Type="http://schemas.openxmlformats.org/officeDocument/2006/relationships/image" Target="../media/image640.svg"/><Relationship Id="rId31" Type="http://schemas.openxmlformats.org/officeDocument/2006/relationships/image" Target="../media/image652.svg"/><Relationship Id="rId4" Type="http://schemas.openxmlformats.org/officeDocument/2006/relationships/image" Target="../media/image625.png"/><Relationship Id="rId9" Type="http://schemas.openxmlformats.org/officeDocument/2006/relationships/image" Target="../media/image630.svg"/><Relationship Id="rId14" Type="http://schemas.openxmlformats.org/officeDocument/2006/relationships/image" Target="../media/image635.png"/><Relationship Id="rId22" Type="http://schemas.openxmlformats.org/officeDocument/2006/relationships/image" Target="../media/image643.png"/><Relationship Id="rId27" Type="http://schemas.openxmlformats.org/officeDocument/2006/relationships/image" Target="../media/image648.svg"/><Relationship Id="rId30" Type="http://schemas.openxmlformats.org/officeDocument/2006/relationships/image" Target="../media/image651.png"/><Relationship Id="rId35" Type="http://schemas.openxmlformats.org/officeDocument/2006/relationships/image" Target="../media/image656.svg"/><Relationship Id="rId8" Type="http://schemas.openxmlformats.org/officeDocument/2006/relationships/image" Target="../media/image629.png"/><Relationship Id="rId3" Type="http://schemas.openxmlformats.org/officeDocument/2006/relationships/image" Target="../media/image624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8867C-3856-C0D9-DCE0-ADBD5C0B6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BF121-4939-9A21-A839-230CC776A6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1904" y="1963495"/>
            <a:ext cx="6316666" cy="1828800"/>
          </a:xfrm>
        </p:spPr>
        <p:txBody>
          <a:bodyPr/>
          <a:lstStyle/>
          <a:p>
            <a:r>
              <a:rPr lang="en-GB" b="0" dirty="0"/>
              <a:t>Icons &amp; </a:t>
            </a:r>
            <a:r>
              <a:rPr lang="en-GB" altLang="ko-KR" b="0" dirty="0"/>
              <a:t>Pictograms</a:t>
            </a:r>
            <a:endParaRPr lang="en-GB" b="0" noProof="0" dirty="0"/>
          </a:p>
        </p:txBody>
      </p:sp>
    </p:spTree>
    <p:extLst>
      <p:ext uri="{BB962C8B-B14F-4D97-AF65-F5344CB8AC3E}">
        <p14:creationId xmlns:p14="http://schemas.microsoft.com/office/powerpoint/2010/main" val="1865854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CBAF5-F9F7-431C-2FB9-8422A380A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5DB47-A887-24A6-1896-AE939D7A0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Icon library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36BE9-E789-FFF9-A015-9EB7C912DD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9228B-023E-3DA0-B288-42198356E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DAA7EE-6CE2-72A8-4074-5224DE81A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0369" y="32607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Bar chart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DA78BB8-E8A0-BACA-9AC0-DC334B2E1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44963" y="3903860"/>
            <a:ext cx="548640" cy="54864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AAA945E6-304E-C915-91D0-97FE06EEE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1988" y="2529559"/>
            <a:ext cx="548640" cy="54864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3E07A69A-B2E5-C706-871F-E151367842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53750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Database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CBF3A43-6D95-5EE0-C18D-9C443A6541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48187" y="326075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Bathroom—all gender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26F6E89-D85F-5E00-A9E4-0DB8E8106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70353" y="1840355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Avatar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A6965C-4D05-D862-0F4A-EB495698C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18266" y="1840355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Attachment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6ED12F8-B2B7-72EA-FAA4-0D37566EF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4028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Add/Delete</a:t>
            </a:r>
          </a:p>
        </p:txBody>
      </p:sp>
      <p:pic>
        <p:nvPicPr>
          <p:cNvPr id="77" name="Graphic 76">
            <a:extLst>
              <a:ext uri="{FF2B5EF4-FFF2-40B4-BE49-F238E27FC236}">
                <a16:creationId xmlns:a16="http://schemas.microsoft.com/office/drawing/2014/main" id="{47D1A415-44F4-88FC-934D-BABC939BDE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53504" y="1155258"/>
            <a:ext cx="548640" cy="54864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3A1B0C9B-210E-B086-E323-7259F7100C5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3524" y="1155258"/>
            <a:ext cx="548640" cy="54864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989EBA7E-FE60-9CF2-7456-AF09DFCEF8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081348" y="3903860"/>
            <a:ext cx="548640" cy="548640"/>
          </a:xfrm>
          <a:prstGeom prst="rect">
            <a:avLst/>
          </a:prstGeom>
        </p:spPr>
      </p:pic>
      <p:sp>
        <p:nvSpPr>
          <p:cNvPr id="108" name="TextBox 107">
            <a:extLst>
              <a:ext uri="{FF2B5EF4-FFF2-40B4-BE49-F238E27FC236}">
                <a16:creationId xmlns:a16="http://schemas.microsoft.com/office/drawing/2014/main" id="{E3C058A7-77B4-675E-EDD6-1B7825C1A4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52198" y="5944853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Export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D0189419-406B-B99A-9EA9-032F1A541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102420" y="5944853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Email</a:t>
            </a:r>
          </a:p>
        </p:txBody>
      </p:sp>
      <p:pic>
        <p:nvPicPr>
          <p:cNvPr id="115" name="Graphic 114">
            <a:extLst>
              <a:ext uri="{FF2B5EF4-FFF2-40B4-BE49-F238E27FC236}">
                <a16:creationId xmlns:a16="http://schemas.microsoft.com/office/drawing/2014/main" id="{E6BFF799-E2D0-E062-5A8C-3E4C9D2AD3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46920" y="5278160"/>
            <a:ext cx="548640" cy="548640"/>
          </a:xfrm>
          <a:prstGeom prst="rect">
            <a:avLst/>
          </a:prstGeom>
        </p:spPr>
      </p:pic>
      <p:pic>
        <p:nvPicPr>
          <p:cNvPr id="116" name="Graphic 115">
            <a:extLst>
              <a:ext uri="{FF2B5EF4-FFF2-40B4-BE49-F238E27FC236}">
                <a16:creationId xmlns:a16="http://schemas.microsoft.com/office/drawing/2014/main" id="{FB0DE3C1-806F-CE46-A2FF-68CAD3FA614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123851" y="5278160"/>
            <a:ext cx="548640" cy="548640"/>
          </a:xfrm>
          <a:prstGeom prst="rect">
            <a:avLst/>
          </a:prstGeom>
        </p:spPr>
      </p:pic>
      <p:sp>
        <p:nvSpPr>
          <p:cNvPr id="117" name="TextBox 116">
            <a:extLst>
              <a:ext uri="{FF2B5EF4-FFF2-40B4-BE49-F238E27FC236}">
                <a16:creationId xmlns:a16="http://schemas.microsoft.com/office/drawing/2014/main" id="{8025FDBC-625F-6459-1837-83323F9C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997196" y="5944853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Event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5DDB10B-5D35-2B37-5B76-9678F610C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52714" y="5944853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Error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AB93F2AE-28AD-D0B1-CA22-64DA0AAA8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93763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Correct/</a:t>
            </a:r>
            <a:br>
              <a:rPr lang="en-GB" sz="1100" noProof="0" dirty="0"/>
            </a:br>
            <a:r>
              <a:rPr lang="en-GB" sz="1100" noProof="0" dirty="0"/>
              <a:t>Check mark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FBA0E242-D911-AC8F-F167-CE68C8972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39893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Copy to clipboard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5EB0654-1BF1-4BFE-B668-5733A8B0B1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72026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Cookie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1532185A-4C5A-B5EA-C321-B68836D20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19530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Computer</a:t>
            </a:r>
            <a:endParaRPr lang="en-GB" sz="1100" noProof="0" dirty="0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4D3750F8-0C59-3EFA-F2C0-D75C35A1A2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53222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Arrow—right</a:t>
            </a:r>
          </a:p>
        </p:txBody>
      </p:sp>
      <p:pic>
        <p:nvPicPr>
          <p:cNvPr id="126" name="Graphic 125">
            <a:extLst>
              <a:ext uri="{FF2B5EF4-FFF2-40B4-BE49-F238E27FC236}">
                <a16:creationId xmlns:a16="http://schemas.microsoft.com/office/drawing/2014/main" id="{E7A36912-FB04-A697-C364-7542DEE095E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193484" y="1155258"/>
            <a:ext cx="548640" cy="548640"/>
          </a:xfrm>
          <a:prstGeom prst="rect">
            <a:avLst/>
          </a:prstGeom>
        </p:spPr>
      </p:pic>
      <p:sp>
        <p:nvSpPr>
          <p:cNvPr id="127" name="TextBox 126">
            <a:extLst>
              <a:ext uri="{FF2B5EF4-FFF2-40B4-BE49-F238E27FC236}">
                <a16:creationId xmlns:a16="http://schemas.microsoft.com/office/drawing/2014/main" id="{BF141BCA-BBCA-034A-E943-170CCB9D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9446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Arrow—left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78A9EE3-05CA-2CB9-B15E-9F24353F19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39218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Alumni/</a:t>
            </a:r>
            <a:br>
              <a:rPr lang="en-GB" sz="1100" noProof="0" dirty="0"/>
            </a:br>
            <a:r>
              <a:rPr lang="en-GB" sz="1100" noProof="0" dirty="0"/>
              <a:t>Cap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A9B5F74-8B51-C21D-6070-F850165BB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306795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Alert</a:t>
            </a:r>
          </a:p>
        </p:txBody>
      </p:sp>
      <p:pic>
        <p:nvPicPr>
          <p:cNvPr id="132" name="Graphic 131">
            <a:extLst>
              <a:ext uri="{FF2B5EF4-FFF2-40B4-BE49-F238E27FC236}">
                <a16:creationId xmlns:a16="http://schemas.microsoft.com/office/drawing/2014/main" id="{1BA6788B-07AA-B67F-0D68-C4FFD1128A6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435098" y="1155258"/>
            <a:ext cx="548640" cy="548640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C5CA0939-9023-9F9A-DD74-AA6A977E9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37123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AI</a:t>
            </a:r>
            <a:r>
              <a:rPr lang="en-GB" sz="1100" dirty="0"/>
              <a:t>—</a:t>
            </a:r>
            <a:r>
              <a:rPr lang="en-GB" sz="1100" noProof="0" dirty="0"/>
              <a:t>edit</a:t>
            </a:r>
          </a:p>
        </p:txBody>
      </p:sp>
      <p:pic>
        <p:nvPicPr>
          <p:cNvPr id="138" name="Graphic 137">
            <a:extLst>
              <a:ext uri="{FF2B5EF4-FFF2-40B4-BE49-F238E27FC236}">
                <a16:creationId xmlns:a16="http://schemas.microsoft.com/office/drawing/2014/main" id="{EC060D13-2260-D2D7-C63E-FA754374657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5038" y="1155258"/>
            <a:ext cx="548640" cy="548640"/>
          </a:xfrm>
          <a:prstGeom prst="rect">
            <a:avLst/>
          </a:prstGeom>
        </p:spPr>
      </p:pic>
      <p:pic>
        <p:nvPicPr>
          <p:cNvPr id="142" name="Graphic 141">
            <a:extLst>
              <a:ext uri="{FF2B5EF4-FFF2-40B4-BE49-F238E27FC236}">
                <a16:creationId xmlns:a16="http://schemas.microsoft.com/office/drawing/2014/main" id="{78A33CA2-923D-34B8-719F-378728F6B93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395118" y="1155258"/>
            <a:ext cx="548640" cy="548640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20904360-51E7-848D-CF0C-2DC78FAD91C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475078" y="1155258"/>
            <a:ext cx="548640" cy="548640"/>
          </a:xfrm>
          <a:prstGeom prst="rect">
            <a:avLst/>
          </a:prstGeom>
        </p:spPr>
      </p:pic>
      <p:pic>
        <p:nvPicPr>
          <p:cNvPr id="156" name="Graphic 155">
            <a:extLst>
              <a:ext uri="{FF2B5EF4-FFF2-40B4-BE49-F238E27FC236}">
                <a16:creationId xmlns:a16="http://schemas.microsoft.com/office/drawing/2014/main" id="{848A9E79-8F23-4A76-8C35-C68F7129526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217461" y="3903860"/>
            <a:ext cx="548640" cy="548640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5510EFFB-5CD8-23BD-8264-AF36AC0EEE3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6287924" y="3903860"/>
            <a:ext cx="548640" cy="548640"/>
          </a:xfrm>
          <a:prstGeom prst="rect">
            <a:avLst/>
          </a:prstGeom>
        </p:spPr>
      </p:pic>
      <p:pic>
        <p:nvPicPr>
          <p:cNvPr id="166" name="Graphic 165">
            <a:extLst>
              <a:ext uri="{FF2B5EF4-FFF2-40B4-BE49-F238E27FC236}">
                <a16:creationId xmlns:a16="http://schemas.microsoft.com/office/drawing/2014/main" id="{4FB1423B-A20E-DCDE-C570-9266D0F5050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233464" y="1155258"/>
            <a:ext cx="548640" cy="548640"/>
          </a:xfrm>
          <a:prstGeom prst="rect">
            <a:avLst/>
          </a:prstGeom>
        </p:spPr>
      </p:pic>
      <p:pic>
        <p:nvPicPr>
          <p:cNvPr id="168" name="Graphic 167">
            <a:extLst>
              <a:ext uri="{FF2B5EF4-FFF2-40B4-BE49-F238E27FC236}">
                <a16:creationId xmlns:a16="http://schemas.microsoft.com/office/drawing/2014/main" id="{40373966-81F5-81F2-7699-AB2200B52AA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59691" y="3903860"/>
            <a:ext cx="548640" cy="548640"/>
          </a:xfrm>
          <a:prstGeom prst="rect">
            <a:avLst/>
          </a:prstGeom>
        </p:spPr>
      </p:pic>
      <p:pic>
        <p:nvPicPr>
          <p:cNvPr id="170" name="Graphic 169">
            <a:extLst>
              <a:ext uri="{FF2B5EF4-FFF2-40B4-BE49-F238E27FC236}">
                <a16:creationId xmlns:a16="http://schemas.microsoft.com/office/drawing/2014/main" id="{1326CC66-7A40-4413-327F-FFD7C0D8A05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9205897" y="5278160"/>
            <a:ext cx="548640" cy="548640"/>
          </a:xfrm>
          <a:prstGeom prst="rect">
            <a:avLst/>
          </a:prstGeom>
        </p:spPr>
      </p:pic>
      <p:pic>
        <p:nvPicPr>
          <p:cNvPr id="172" name="Graphic 171">
            <a:extLst>
              <a:ext uri="{FF2B5EF4-FFF2-40B4-BE49-F238E27FC236}">
                <a16:creationId xmlns:a16="http://schemas.microsoft.com/office/drawing/2014/main" id="{4317B970-5F41-4D1C-A8EE-EEE304A37875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164874" y="5278160"/>
            <a:ext cx="548640" cy="54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E51C4A-A50E-AD4C-9CD7-02FC711A23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39893" y="5944853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Elevator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F97D8E0-0B62-06FC-0454-521A2E2FE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99577" y="4647201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Comment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B757240-E2D5-C839-65A4-08EB2D60C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57288" y="5939690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Edit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8E8E18-973D-6794-0214-BAD05A5A0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10238" y="5940692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Download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5A17A4C7-0F9C-E3C4-E0B9-314C0A0F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341736" y="5278160"/>
            <a:ext cx="548640" cy="54864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0EAF4CF-2673-D5C2-D8EB-98C90FD5D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57337" y="5940692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Dollar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3BD2AA-D6E8-73CE-C845-A3ADABDFB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9652" y="5940692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Disability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67847C2-9D47-828F-5A0A-39898D323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08878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Community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D4C4CE25-2B29-DDD0-B2E9-261414EC2CE0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320876" y="3903860"/>
            <a:ext cx="548640" cy="54864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67400E0-EC63-AB31-BFF6-BA55C0A1E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55977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Comments/</a:t>
            </a:r>
            <a:br>
              <a:rPr lang="en-GB" sz="1100" noProof="0" dirty="0"/>
            </a:br>
            <a:r>
              <a:rPr lang="en-GB" sz="1100" noProof="0" dirty="0"/>
              <a:t>Messages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AFB9BFC-98AC-3BA6-63BD-6AE85B452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93554" y="4650457"/>
            <a:ext cx="85090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Colour swatch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C2109-4996-660D-FDC7-97CAF176D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7000" y="4650457"/>
            <a:ext cx="85090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Coffee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2DB2C5B-372A-2BB0-ADBF-32A535DA0F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4977" y="3245838"/>
            <a:ext cx="84613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Calendar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8122676-1120-75C1-F98B-0FD4E1CBB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35415" y="3245838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Clock</a:t>
            </a: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681EBC9F-C973-D5ED-2578-DAF6CFC8B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219760" y="2529559"/>
            <a:ext cx="548640" cy="54864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89CBF398-F33D-C5B6-2111-37F28AC8E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176156" y="2529559"/>
            <a:ext cx="548640" cy="54864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1B8FF4CB-5F5B-7700-63A7-1D3B55446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54702" y="3245838"/>
            <a:ext cx="83861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Cloud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035DC1A-7EE0-3245-4AB0-9E11D221DE01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1088948" y="2529559"/>
            <a:ext cx="548640" cy="54864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11A63BE-2D39-E7EE-5B2E-12DBE6EAE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994265" y="3245838"/>
            <a:ext cx="83861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Close</a:t>
            </a:r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D419D0C0-8161-D8BA-9E58-98DDF5C0DC5E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10132552" y="2529559"/>
            <a:ext cx="548640" cy="54864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0C2CF02-3F2A-AE03-C258-A3BE4051A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4046" y="324583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Building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3917C217-75B4-1ED6-AFE1-D3845E7B0277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7267489" y="2529559"/>
            <a:ext cx="548640" cy="54864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4CBDC27-382E-6B86-019C-0A9F0B17C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65069" y="324583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Briefcase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AF2DA6-2087-23E5-1AB4-2AFC79848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15003" y="324583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Bell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FEC6E0E9-C3B6-7F17-5285-158A2A9A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337556" y="2529559"/>
            <a:ext cx="548640" cy="54864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B25B8C90-B738-5ADB-5B43-32167B2B32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44919" y="324583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Bathroom—male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FD422C-1C76-5DA5-0E65-BCC9B65C63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96311" y="324583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Bathroom—female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F50FA88-E94B-733A-77E7-FEEC8D7F3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18271" y="3245838"/>
            <a:ext cx="85239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Bathroom—family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CA46AA-18F6-2FE5-BFF8-86BA7CB3C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77513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Animation</a:t>
            </a:r>
          </a:p>
        </p:txBody>
      </p:sp>
      <p:pic>
        <p:nvPicPr>
          <p:cNvPr id="93" name="Graphic 92">
            <a:extLst>
              <a:ext uri="{FF2B5EF4-FFF2-40B4-BE49-F238E27FC236}">
                <a16:creationId xmlns:a16="http://schemas.microsoft.com/office/drawing/2014/main" id="{7F7EC450-C3F3-33FC-D677-4C2E3F8DC4E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6282626" y="1155258"/>
            <a:ext cx="548640" cy="548640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9E0E6AFA-82AC-6BC2-9A33-34BC5BEC31B0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7275979" y="5278160"/>
            <a:ext cx="548640" cy="54864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0FE2115B-E0AA-C797-5F10-E95D22BF7A5A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4393978" y="5278160"/>
            <a:ext cx="548640" cy="548640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873DF99F-76EE-8C1D-BDE8-4BE933EFFD5A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552107" y="5278160"/>
            <a:ext cx="548640" cy="548640"/>
          </a:xfrm>
          <a:prstGeom prst="rect">
            <a:avLst/>
          </a:prstGeom>
        </p:spPr>
      </p:pic>
      <p:pic>
        <p:nvPicPr>
          <p:cNvPr id="148" name="Graphic 147">
            <a:extLst>
              <a:ext uri="{FF2B5EF4-FFF2-40B4-BE49-F238E27FC236}">
                <a16:creationId xmlns:a16="http://schemas.microsoft.com/office/drawing/2014/main" id="{1EDE252B-97E6-2ADB-83B0-0A8709B10887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1492946" y="2529559"/>
            <a:ext cx="548640" cy="548640"/>
          </a:xfrm>
          <a:prstGeom prst="rect">
            <a:avLst/>
          </a:prstGeom>
        </p:spPr>
      </p:pic>
      <p:pic>
        <p:nvPicPr>
          <p:cNvPr id="150" name="Graphic 149">
            <a:extLst>
              <a:ext uri="{FF2B5EF4-FFF2-40B4-BE49-F238E27FC236}">
                <a16:creationId xmlns:a16="http://schemas.microsoft.com/office/drawing/2014/main" id="{B23235BD-42AB-1DD9-F34B-2B1D9952118D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2467813" y="2529559"/>
            <a:ext cx="548640" cy="548640"/>
          </a:xfrm>
          <a:prstGeom prst="rect">
            <a:avLst/>
          </a:prstGeom>
        </p:spPr>
      </p:pic>
      <p:pic>
        <p:nvPicPr>
          <p:cNvPr id="152" name="Graphic 151">
            <a:extLst>
              <a:ext uri="{FF2B5EF4-FFF2-40B4-BE49-F238E27FC236}">
                <a16:creationId xmlns:a16="http://schemas.microsoft.com/office/drawing/2014/main" id="{9370E25D-F79D-2996-D503-50D3489F54A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3424809" y="2529559"/>
            <a:ext cx="548640" cy="548640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3AE1094F-B2DC-6AE1-FBB7-2B64338DA3D5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4398127" y="2529559"/>
            <a:ext cx="548640" cy="548640"/>
          </a:xfrm>
          <a:prstGeom prst="rect">
            <a:avLst/>
          </a:prstGeom>
        </p:spPr>
      </p:pic>
      <p:pic>
        <p:nvPicPr>
          <p:cNvPr id="158" name="Graphic 157">
            <a:extLst>
              <a:ext uri="{FF2B5EF4-FFF2-40B4-BE49-F238E27FC236}">
                <a16:creationId xmlns:a16="http://schemas.microsoft.com/office/drawing/2014/main" id="{CC0CCD4E-2A8A-F2F5-C88F-54BA7585B84C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6312183" y="2529559"/>
            <a:ext cx="548640" cy="548640"/>
          </a:xfrm>
          <a:prstGeom prst="rect">
            <a:avLst/>
          </a:prstGeom>
        </p:spPr>
      </p:pic>
      <p:pic>
        <p:nvPicPr>
          <p:cNvPr id="162" name="Graphic 161">
            <a:extLst>
              <a:ext uri="{FF2B5EF4-FFF2-40B4-BE49-F238E27FC236}">
                <a16:creationId xmlns:a16="http://schemas.microsoft.com/office/drawing/2014/main" id="{0EC7B4F3-4F18-EDE7-D5BA-D814B0951F9A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605632" y="3903860"/>
            <a:ext cx="548640" cy="548640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F89D7EC3-7B7F-A557-73BE-02E786FA7E19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3412650" y="3903860"/>
            <a:ext cx="548640" cy="548640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5C8D47CF-AFF5-5D0B-BBC9-F4A31DE2E608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553096" y="3903860"/>
            <a:ext cx="548640" cy="54864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7577351-63A7-1751-96DC-A30F0B4F2B5A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6296295" y="5278160"/>
            <a:ext cx="548640" cy="54864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2B6C51A-05D1-661F-86EA-A1C86566370A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5325944" y="3903860"/>
            <a:ext cx="548640" cy="54864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8A3739D-522C-BF9E-81C4-90164392A627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515058" y="1155258"/>
            <a:ext cx="548640" cy="5486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B7082D4-AA4D-9B84-2A1A-D54DC3863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69969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AI agent*</a:t>
            </a:r>
          </a:p>
        </p:txBody>
      </p:sp>
      <p:pic>
        <p:nvPicPr>
          <p:cNvPr id="52" name="Graphic 51">
            <a:extLst>
              <a:ext uri="{FF2B5EF4-FFF2-40B4-BE49-F238E27FC236}">
                <a16:creationId xmlns:a16="http://schemas.microsoft.com/office/drawing/2014/main" id="{F92804A6-D0E4-6D9B-58F3-8A4B98C61479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3501437" y="5278160"/>
            <a:ext cx="548640" cy="54864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561024DB-3211-1C81-3C5B-68114DE5D06A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2474283" y="5278160"/>
            <a:ext cx="548640" cy="54864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666CB3F8-295B-D267-54BF-931DDAA28A11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1514184" y="5278160"/>
            <a:ext cx="548640" cy="54864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29F610AC-5EAB-A647-B7B9-706188EA30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68014" y="5940692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Dishwasher*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2945BF7-2653-B6F2-FFDB-32EA3E75D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26376" y="5940692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Document</a:t>
            </a:r>
          </a:p>
          <a:p>
            <a:pPr algn="ctr"/>
            <a:r>
              <a:rPr lang="en-GB" sz="1100" dirty="0"/>
              <a:t>Directory*</a:t>
            </a:r>
            <a:endParaRPr lang="en-GB" sz="1100" noProof="0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DB7F9A0-4A55-2E39-3898-32793C36EB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321019" y="5938838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Document—draft*</a:t>
            </a:r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C4C9E7E4-3A08-5EC9-B716-16B913A220F5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10164874" y="3903860"/>
            <a:ext cx="548640" cy="54864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1100892C-4D22-D135-99A5-41DC7A24B33A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9212409" y="3903860"/>
            <a:ext cx="548640" cy="548640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E17AFC8E-CC2A-97D6-2982-EE3460AE07A7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7289435" y="1155258"/>
            <a:ext cx="548640" cy="54864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BC00DC1A-E17F-53D7-B425-CBBC18615DE0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5337556" y="1155258"/>
            <a:ext cx="548640" cy="548640"/>
          </a:xfrm>
          <a:prstGeom prst="rect">
            <a:avLst/>
          </a:prstGeom>
        </p:spPr>
      </p:pic>
      <p:sp>
        <p:nvSpPr>
          <p:cNvPr id="88" name="TextBox 87">
            <a:extLst>
              <a:ext uri="{FF2B5EF4-FFF2-40B4-BE49-F238E27FC236}">
                <a16:creationId xmlns:a16="http://schemas.microsoft.com/office/drawing/2014/main" id="{B9CE4D78-4E03-BEFB-7424-1B64424FB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10360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Analysis*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338F427-A7ED-9185-DAC7-467080DAA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7082" y="1840355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Archive*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CDF9B0F-A18C-F4BF-CF85-1B426008F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34540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Customer service*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26BC0D4-CE6D-8D49-9AD7-8EA6227EE0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01694" y="4627307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Data analysis*</a:t>
            </a:r>
          </a:p>
        </p:txBody>
      </p:sp>
    </p:spTree>
    <p:extLst>
      <p:ext uri="{BB962C8B-B14F-4D97-AF65-F5344CB8AC3E}">
        <p14:creationId xmlns:p14="http://schemas.microsoft.com/office/powerpoint/2010/main" val="39330581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7FA1D-33D9-5C01-89AF-9006DF6F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47DEC-A5BB-1318-2D07-AE1A073A4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Icon library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BD6E1-A4A1-E0DA-5433-6AA9562A10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61209-97B3-CF3F-E2DD-6B4A2252E4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87EDF9-3125-0E88-1D42-3E4B0D240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18088" y="4549425"/>
            <a:ext cx="85443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Lock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43E9942-004A-F91B-7B8A-B7DF3CD3F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5904" y="5952231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Person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682DAE0-3888-EAC0-EBD8-B28076E9D2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56074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Quiz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85F06A4-E17D-2CC0-3309-DDE272B62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480883" y="3899667"/>
            <a:ext cx="548640" cy="54864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A36C561B-4C7A-BB03-77EA-869F2F8B4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5739" y="5271999"/>
            <a:ext cx="548640" cy="5486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95F2C04-0D7F-3F23-3462-B752646DE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31549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Pie chart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204BA4A-5EA9-A398-0B16-31D7EE92D2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492781" y="5271999"/>
            <a:ext cx="548640" cy="54864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30804582-091D-D230-51BE-0AAA5460A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55000" y="4564160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Pen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AC5AD6F9-286B-555A-33CD-A325F396A25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11404" y="3899667"/>
            <a:ext cx="548640" cy="5486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45FC69B-3280-03F5-BEEB-E56CC4EE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197406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Microphone</a:t>
            </a:r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27CC735-FCAE-C825-1DB9-0112953D615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354403" y="3899667"/>
            <a:ext cx="548640" cy="54864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D6DE21-2C26-63F2-DE55-0B6992B98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0016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Mouse pointer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30EA34-FC48-7E52-D200-5C070037D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00187" y="4564160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Pause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2B091B-734D-A49E-CCE4-D2CE60CBE3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54686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Play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5D7BC5-3ECB-E547-5DAD-2742F2A9F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75242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Printer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C8B0CB-5A54-E2B3-28E5-3826A6F748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95798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Question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E4B04E2B-273B-B17B-DE7D-ACA3172DE0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46860" y="5271999"/>
            <a:ext cx="548640" cy="548640"/>
          </a:xfrm>
          <a:prstGeom prst="rect">
            <a:avLst/>
          </a:prstGeom>
        </p:spPr>
      </p:pic>
      <p:pic>
        <p:nvPicPr>
          <p:cNvPr id="108" name="Graphic 107">
            <a:extLst>
              <a:ext uri="{FF2B5EF4-FFF2-40B4-BE49-F238E27FC236}">
                <a16:creationId xmlns:a16="http://schemas.microsoft.com/office/drawing/2014/main" id="{28484891-C476-C415-F948-5864E8B5701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53160" y="3899667"/>
            <a:ext cx="548640" cy="548640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71CC8938-8BA3-6648-1B73-53AD9A2D2CA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413884" y="5271999"/>
            <a:ext cx="548640" cy="548640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FA8EDB91-3658-5F9D-BC67-96771A93D64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330372" y="5271999"/>
            <a:ext cx="548640" cy="548640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8A00AFDC-30EA-D965-20DD-BC8C2DF4767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05107" y="5271999"/>
            <a:ext cx="548640" cy="548640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84C74934-D776-ECE8-54DA-DAC997BC06D8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227920" y="3899667"/>
            <a:ext cx="548640" cy="54864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3A69476-BE26-D300-906C-FC1FDABF9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35520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Puzzle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8E66D7-1644-E1F8-FEB9-F2E9659E5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14964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Prayer</a:t>
            </a:r>
            <a:br>
              <a:rPr lang="en-GB" sz="1100" dirty="0"/>
            </a:br>
            <a:r>
              <a:rPr lang="en-GB" sz="1100" dirty="0"/>
              <a:t>room</a:t>
            </a:r>
            <a:endParaRPr lang="en-GB" sz="1100" noProof="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B035DC-7794-EE4D-7113-19E3FD835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62075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Phone booth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F38F596-550A-24B0-39BE-B9F3495CE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45374" y="4564160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Padding</a:t>
            </a:r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447F9555-3521-49B2-FA8E-837235420924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194916" y="3899667"/>
            <a:ext cx="548640" cy="548640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43271EBF-3CFE-F437-611B-E7ED4512283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525341" y="5271999"/>
            <a:ext cx="548640" cy="54864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07197963-376C-8729-B933-0A9BFF0504C7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72128" y="5271999"/>
            <a:ext cx="548640" cy="54864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65AC519D-4EC2-11E5-F485-7C327F552D4A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288616" y="5271999"/>
            <a:ext cx="548640" cy="54864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3BC727BE-24DA-6976-7707-C4C86EDB1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12480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Mothers room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311AF19-A06B-F303-BF31-9D852D035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54943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Mobile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DD7167F-8498-1F62-5243-114E6F9E0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39869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Meeting</a:t>
            </a:r>
          </a:p>
          <a:p>
            <a:pPr algn="ctr"/>
            <a:r>
              <a:rPr lang="en-GB" sz="1100" dirty="0"/>
              <a:t>Room</a:t>
            </a:r>
            <a:endParaRPr lang="en-GB" sz="1100" noProof="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8C45518-C43F-2A60-97C3-CDBA95F2A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82332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Margins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EB056CF-B96C-7C6D-62E3-785D7D1FB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997317" y="3143595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Like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0113D6F-8CDF-F221-E3ED-55B47CEE9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50090" y="3143595"/>
            <a:ext cx="84762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Link</a:t>
            </a:r>
            <a:endParaRPr lang="en-GB" sz="1100" noProof="0" dirty="0"/>
          </a:p>
        </p:txBody>
      </p:sp>
      <p:pic>
        <p:nvPicPr>
          <p:cNvPr id="80" name="Graphic 79">
            <a:extLst>
              <a:ext uri="{FF2B5EF4-FFF2-40B4-BE49-F238E27FC236}">
                <a16:creationId xmlns:a16="http://schemas.microsoft.com/office/drawing/2014/main" id="{2882DB4E-5E7B-5F65-8DED-C2630C7FF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160739" y="2519232"/>
            <a:ext cx="548640" cy="54864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CB943AA0-840F-CD46-AD7C-856090695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118579" y="2519232"/>
            <a:ext cx="548640" cy="54864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00C2F38E-0196-13F4-D7F0-EEB700A7B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53844" y="4549425"/>
            <a:ext cx="85443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Location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0CDFB2D-8134-BD87-76D4-43A8854F1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6307" y="4549425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List view</a:t>
            </a:r>
          </a:p>
        </p:txBody>
      </p:sp>
      <p:pic>
        <p:nvPicPr>
          <p:cNvPr id="84" name="Graphic 83">
            <a:extLst>
              <a:ext uri="{FF2B5EF4-FFF2-40B4-BE49-F238E27FC236}">
                <a16:creationId xmlns:a16="http://schemas.microsoft.com/office/drawing/2014/main" id="{4C9081AC-6142-62CB-CBBE-4FB674051EA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65203" y="3899667"/>
            <a:ext cx="548640" cy="548640"/>
          </a:xfrm>
          <a:prstGeom prst="rect">
            <a:avLst/>
          </a:prstGeom>
        </p:spPr>
      </p:pic>
      <p:sp>
        <p:nvSpPr>
          <p:cNvPr id="85" name="TextBox 84">
            <a:extLst>
              <a:ext uri="{FF2B5EF4-FFF2-40B4-BE49-F238E27FC236}">
                <a16:creationId xmlns:a16="http://schemas.microsoft.com/office/drawing/2014/main" id="{BD89F940-A2F6-199F-F06B-28EA5639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47683" y="3143595"/>
            <a:ext cx="83982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Light bulb</a:t>
            </a:r>
            <a:endParaRPr lang="en-GB" sz="1100" noProof="0" dirty="0"/>
          </a:p>
        </p:txBody>
      </p:sp>
      <p:pic>
        <p:nvPicPr>
          <p:cNvPr id="86" name="Graphic 85">
            <a:extLst>
              <a:ext uri="{FF2B5EF4-FFF2-40B4-BE49-F238E27FC236}">
                <a16:creationId xmlns:a16="http://schemas.microsoft.com/office/drawing/2014/main" id="{506E4E8F-8E76-967C-BB88-89D261A9709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523043" y="3899667"/>
            <a:ext cx="548640" cy="54864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849D0D15-A39C-7D6D-A19D-59E6F9232054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9202899" y="2519232"/>
            <a:ext cx="548640" cy="548640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7128C836-C60C-BC05-25A6-718F2381ED5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6312243" y="3899667"/>
            <a:ext cx="548640" cy="548640"/>
          </a:xfrm>
          <a:prstGeom prst="rect">
            <a:avLst/>
          </a:prstGeom>
        </p:spPr>
      </p:pic>
      <p:pic>
        <p:nvPicPr>
          <p:cNvPr id="94" name="Graphic 93">
            <a:extLst>
              <a:ext uri="{FF2B5EF4-FFF2-40B4-BE49-F238E27FC236}">
                <a16:creationId xmlns:a16="http://schemas.microsoft.com/office/drawing/2014/main" id="{5F4FBC29-273B-D930-1749-A7B8143F878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438723" y="3899667"/>
            <a:ext cx="548640" cy="548640"/>
          </a:xfrm>
          <a:prstGeom prst="rect">
            <a:avLst/>
          </a:prstGeom>
        </p:spPr>
      </p:pic>
      <p:pic>
        <p:nvPicPr>
          <p:cNvPr id="98" name="Graphic 97">
            <a:extLst>
              <a:ext uri="{FF2B5EF4-FFF2-40B4-BE49-F238E27FC236}">
                <a16:creationId xmlns:a16="http://schemas.microsoft.com/office/drawing/2014/main" id="{6775238F-469F-9E64-AA2B-93E8E9425916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7270083" y="3899667"/>
            <a:ext cx="548640" cy="54864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DD51ABD5-2B2C-FF72-F3E7-7AF62E078C40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4396563" y="3899667"/>
            <a:ext cx="548640" cy="548640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E6C70F3F-9E03-EF41-BA91-9654FB14C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95458" y="3146619"/>
            <a:ext cx="83982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Lactation room</a:t>
            </a:r>
            <a:endParaRPr lang="en-GB" sz="1100" noProof="0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44AF5C30-E542-4AC0-F801-8ABC0FB64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99282" y="3146619"/>
            <a:ext cx="83982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Individual focus room</a:t>
            </a:r>
            <a:endParaRPr lang="en-GB" sz="1100" noProof="0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DEFAEF1D-0CD5-3713-7A75-1EF353ECF3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57558" y="3146619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Information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D215C9D-68EB-E7DC-9446-3927B8C485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06908" y="3146619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Incorrect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BF234A10-0304-1114-853B-2D20D03BA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78968" y="3146619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Inbox/</a:t>
            </a:r>
            <a:br>
              <a:rPr lang="en-GB" sz="1100" noProof="0" dirty="0"/>
            </a:br>
            <a:r>
              <a:rPr lang="en-GB" sz="1100" noProof="0" dirty="0"/>
              <a:t>Messages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079FA3A-68FC-8BD0-75A5-302D24D55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84380" y="3146619"/>
            <a:ext cx="83625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Home</a:t>
            </a:r>
          </a:p>
        </p:txBody>
      </p:sp>
      <p:pic>
        <p:nvPicPr>
          <p:cNvPr id="111" name="Graphic 110">
            <a:extLst>
              <a:ext uri="{FF2B5EF4-FFF2-40B4-BE49-F238E27FC236}">
                <a16:creationId xmlns:a16="http://schemas.microsoft.com/office/drawing/2014/main" id="{B97A4DA7-9006-AD47-92B8-84764018F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3435340" y="2519232"/>
            <a:ext cx="548640" cy="548640"/>
          </a:xfrm>
          <a:prstGeom prst="rect">
            <a:avLst/>
          </a:prstGeom>
        </p:spPr>
      </p:pic>
      <p:sp>
        <p:nvSpPr>
          <p:cNvPr id="112" name="TextBox 111">
            <a:extLst>
              <a:ext uri="{FF2B5EF4-FFF2-40B4-BE49-F238E27FC236}">
                <a16:creationId xmlns:a16="http://schemas.microsoft.com/office/drawing/2014/main" id="{D6A6B6DA-0CC7-C144-E7BD-ADD07476C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76182" y="3146619"/>
            <a:ext cx="83001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Heart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7C99E557-35DC-2C32-E8AA-B576A37B7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5904" y="3146619"/>
            <a:ext cx="893123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Headphones</a:t>
            </a:r>
          </a:p>
        </p:txBody>
      </p:sp>
      <p:pic>
        <p:nvPicPr>
          <p:cNvPr id="116" name="Graphic 115">
            <a:extLst>
              <a:ext uri="{FF2B5EF4-FFF2-40B4-BE49-F238E27FC236}">
                <a16:creationId xmlns:a16="http://schemas.microsoft.com/office/drawing/2014/main" id="{2CCFCA98-E451-796D-D97F-44DCCA90BC3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80350" y="2519232"/>
            <a:ext cx="548640" cy="548640"/>
          </a:xfrm>
          <a:prstGeom prst="rect">
            <a:avLst/>
          </a:prstGeom>
        </p:spPr>
      </p:pic>
      <p:pic>
        <p:nvPicPr>
          <p:cNvPr id="118" name="Graphic 117">
            <a:extLst>
              <a:ext uri="{FF2B5EF4-FFF2-40B4-BE49-F238E27FC236}">
                <a16:creationId xmlns:a16="http://schemas.microsoft.com/office/drawing/2014/main" id="{250E0D47-D14C-9A82-E0CE-9C34F32AFC2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1538889" y="2519232"/>
            <a:ext cx="548640" cy="548640"/>
          </a:xfrm>
          <a:prstGeom prst="rect">
            <a:avLst/>
          </a:prstGeom>
        </p:spPr>
      </p:pic>
      <p:pic>
        <p:nvPicPr>
          <p:cNvPr id="120" name="Graphic 119">
            <a:extLst>
              <a:ext uri="{FF2B5EF4-FFF2-40B4-BE49-F238E27FC236}">
                <a16:creationId xmlns:a16="http://schemas.microsoft.com/office/drawing/2014/main" id="{2FA3F17E-EBD9-0A56-721A-A7FCD17085FC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4393879" y="2519232"/>
            <a:ext cx="548640" cy="548640"/>
          </a:xfrm>
          <a:prstGeom prst="rect">
            <a:avLst/>
          </a:prstGeom>
        </p:spPr>
      </p:pic>
      <p:pic>
        <p:nvPicPr>
          <p:cNvPr id="122" name="Graphic 121">
            <a:extLst>
              <a:ext uri="{FF2B5EF4-FFF2-40B4-BE49-F238E27FC236}">
                <a16:creationId xmlns:a16="http://schemas.microsoft.com/office/drawing/2014/main" id="{FB12AF90-49F2-AFAF-4C16-582C02B0407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5352418" y="2519232"/>
            <a:ext cx="548640" cy="548640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9CA815E9-DB20-FA90-3D48-93E5D1A2FE4F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7269496" y="2519232"/>
            <a:ext cx="548640" cy="548640"/>
          </a:xfrm>
          <a:prstGeom prst="rect">
            <a:avLst/>
          </a:prstGeom>
        </p:spPr>
      </p:pic>
      <p:sp>
        <p:nvSpPr>
          <p:cNvPr id="139" name="TextBox 138">
            <a:extLst>
              <a:ext uri="{FF2B5EF4-FFF2-40B4-BE49-F238E27FC236}">
                <a16:creationId xmlns:a16="http://schemas.microsoft.com/office/drawing/2014/main" id="{4A6735DE-98C7-024C-D0B0-1A08EC9E2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56475" y="183549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Governance</a:t>
            </a:r>
          </a:p>
        </p:txBody>
      </p:sp>
      <p:pic>
        <p:nvPicPr>
          <p:cNvPr id="140" name="Graphic 139">
            <a:extLst>
              <a:ext uri="{FF2B5EF4-FFF2-40B4-BE49-F238E27FC236}">
                <a16:creationId xmlns:a16="http://schemas.microsoft.com/office/drawing/2014/main" id="{8A14A8AC-413B-CD63-B579-E2E5390691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8229475" y="1155258"/>
            <a:ext cx="548640" cy="548640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C5E9A054-6DFB-B8BB-B331-EB9B757E0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21212" y="1835491"/>
            <a:ext cx="83156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Grid view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8D84C6F6-02B9-1212-8B10-4AD23E5D1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77200" y="183549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Globe</a:t>
            </a:r>
          </a:p>
        </p:txBody>
      </p:sp>
      <p:pic>
        <p:nvPicPr>
          <p:cNvPr id="143" name="Graphic 142">
            <a:extLst>
              <a:ext uri="{FF2B5EF4-FFF2-40B4-BE49-F238E27FC236}">
                <a16:creationId xmlns:a16="http://schemas.microsoft.com/office/drawing/2014/main" id="{267B1AB5-5C59-DA66-DB55-ACDDEB26E0E5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9188014" y="1155258"/>
            <a:ext cx="548640" cy="548640"/>
          </a:xfrm>
          <a:prstGeom prst="rect">
            <a:avLst/>
          </a:prstGeom>
        </p:spPr>
      </p:pic>
      <p:pic>
        <p:nvPicPr>
          <p:cNvPr id="144" name="Graphic 143">
            <a:extLst>
              <a:ext uri="{FF2B5EF4-FFF2-40B4-BE49-F238E27FC236}">
                <a16:creationId xmlns:a16="http://schemas.microsoft.com/office/drawing/2014/main" id="{05926ED9-4EB2-E6A6-D7CC-86EE57CF823E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146553" y="1155258"/>
            <a:ext cx="548640" cy="548640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BF11CE3C-5650-9331-B1D1-5ABB8D35E7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46208" y="1835491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Group</a:t>
            </a:r>
          </a:p>
        </p:txBody>
      </p:sp>
      <p:pic>
        <p:nvPicPr>
          <p:cNvPr id="146" name="Graphic 145">
            <a:extLst>
              <a:ext uri="{FF2B5EF4-FFF2-40B4-BE49-F238E27FC236}">
                <a16:creationId xmlns:a16="http://schemas.microsoft.com/office/drawing/2014/main" id="{A37DBEA1-A5AD-BBD1-A0AA-98516AD0609A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11105092" y="1155258"/>
            <a:ext cx="548640" cy="548640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308D21B0-D03D-05FF-91F7-6407D7B80D7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8228035" y="2519232"/>
            <a:ext cx="548640" cy="548640"/>
          </a:xfrm>
          <a:prstGeom prst="rect">
            <a:avLst/>
          </a:prstGeom>
        </p:spPr>
      </p:pic>
      <p:pic>
        <p:nvPicPr>
          <p:cNvPr id="227" name="Graphic 226">
            <a:extLst>
              <a:ext uri="{FF2B5EF4-FFF2-40B4-BE49-F238E27FC236}">
                <a16:creationId xmlns:a16="http://schemas.microsoft.com/office/drawing/2014/main" id="{3646EF71-903E-943F-F2E1-D5E669911BAE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6310957" y="2519232"/>
            <a:ext cx="548640" cy="54864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E19EE67-2347-F80D-8541-7F7E82E4BA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09738" y="1818531"/>
            <a:ext cx="8477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Form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01F8029-3D7E-7F61-AC24-4B4AFC901B3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7260545" y="1155258"/>
            <a:ext cx="548640" cy="5486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E4D1D75-CF23-A31E-4ACA-AA5CB3991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76182" y="1835077"/>
            <a:ext cx="83907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File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F553C7E-11C3-A3A5-81A8-CE91DEAA8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317059" y="1835077"/>
            <a:ext cx="840319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Folder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3732D931-C927-644E-EE9F-D28E7E9AD5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569173" y="1155258"/>
            <a:ext cx="548640" cy="54864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447748A0-3158-B7C8-0550-27D8C79DC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3446104" y="1155258"/>
            <a:ext cx="548640" cy="54864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3CFA1E1-631B-68B1-FE31-7C85184A2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528150" y="1155258"/>
            <a:ext cx="548640" cy="54864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C893007A-F8A5-FD01-296E-5086AC7B8B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23312" y="1835077"/>
            <a:ext cx="840319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Filter</a:t>
            </a: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29DBAAD6-8134-B275-41D1-576E2A23F376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2487127" y="1155258"/>
            <a:ext cx="548640" cy="54864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3C6FC615-641A-5EF5-ED09-E1F823D73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7405" y="1835077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Eye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FC8FEA8-03B3-212E-13CB-8A82EBEEC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56836" y="1832330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Food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E2DA9F-00D5-6C0B-D575-CBC23C91A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12354" y="1832330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Fonts</a:t>
            </a:r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B190615E-0E81-8BCA-1D39-5BF94DBDF19E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6311816" y="1155258"/>
            <a:ext cx="548640" cy="54864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501A7C1E-CFF6-2473-DBDE-869F5BE9DDDB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5350858" y="1155258"/>
            <a:ext cx="548640" cy="54864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29FBC90C-4176-E644-8E61-EFB958750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49044" y="1835077"/>
            <a:ext cx="840319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Folder—documents*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E2FCE3E3-06FC-1867-2AFA-655E3221570B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392170" y="1155258"/>
            <a:ext cx="548640" cy="54864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8DD69555-382B-38ED-2620-825D6C4615F7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2475682" y="2519232"/>
            <a:ext cx="548640" cy="54864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2C2EDE6-D46B-9A96-698B-9E4DDDD54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25752" y="3146619"/>
            <a:ext cx="83001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Hidden*</a:t>
            </a:r>
          </a:p>
        </p:txBody>
      </p:sp>
      <p:pic>
        <p:nvPicPr>
          <p:cNvPr id="92" name="Graphic 91">
            <a:extLst>
              <a:ext uri="{FF2B5EF4-FFF2-40B4-BE49-F238E27FC236}">
                <a16:creationId xmlns:a16="http://schemas.microsoft.com/office/drawing/2014/main" id="{49675D20-2343-A9B7-49D8-1697AEA42376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3468609" y="5271999"/>
            <a:ext cx="548640" cy="54864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F16C2F50-4555-C6B4-D359-5493C6BF9E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81118" y="5952231"/>
            <a:ext cx="85319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Pin*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205A239-2546-0E46-223C-E7AE2D32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16350" y="5939474"/>
            <a:ext cx="83156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Reset</a:t>
            </a:r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CA1F768E-42C3-5C32-1C42-18AD44D780AB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10150416" y="5271999"/>
            <a:ext cx="548640" cy="54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9D940C-004E-4DDF-F547-B3656938B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44534" y="5940259"/>
            <a:ext cx="83156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Robot</a:t>
            </a:r>
            <a:endParaRPr lang="en-GB" sz="1100" noProof="0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202B36CF-F56C-470B-ADD1-E5D1609E9AED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11080688" y="5263078"/>
            <a:ext cx="548640" cy="54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60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956E6-7F4A-547F-B16C-51998AB63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E72F6-3FDD-3DDC-2E42-B5FA3967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Icon library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76C28B-D7EC-922B-B4A0-3172841A7E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1C97A3-5B95-68B3-CF89-86DE67835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5C9750F-B49D-8BE5-94CC-F30F0CA4A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394592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Search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474873BB-D84D-8162-BDCA-F77933732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34922" y="1164222"/>
            <a:ext cx="548640" cy="54864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D66F79A-6BD8-F4EF-040F-B14AF108F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9186" y="1841403"/>
            <a:ext cx="83156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dirty="0"/>
              <a:t>Rotate</a:t>
            </a:r>
            <a:endParaRPr lang="en-GB" sz="1100" noProof="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6534835E-9ECA-8C3C-EBC5-4D02DEB874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7428" y="1164222"/>
            <a:ext cx="548640" cy="548640"/>
          </a:xfrm>
          <a:prstGeom prst="rect">
            <a:avLst/>
          </a:prstGeom>
        </p:spPr>
      </p:pic>
      <p:sp>
        <p:nvSpPr>
          <p:cNvPr id="45" name="TextBox 44">
            <a:extLst>
              <a:ext uri="{FF2B5EF4-FFF2-40B4-BE49-F238E27FC236}">
                <a16:creationId xmlns:a16="http://schemas.microsoft.com/office/drawing/2014/main" id="{2DF03CFD-FB73-520D-4D5B-0C822F160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330781" y="1841403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Send</a:t>
            </a:r>
          </a:p>
        </p:txBody>
      </p:sp>
      <p:pic>
        <p:nvPicPr>
          <p:cNvPr id="69" name="Graphic 68">
            <a:extLst>
              <a:ext uri="{FF2B5EF4-FFF2-40B4-BE49-F238E27FC236}">
                <a16:creationId xmlns:a16="http://schemas.microsoft.com/office/drawing/2014/main" id="{D605F548-8CCC-0D13-6299-52D73331A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72737" y="1164222"/>
            <a:ext cx="548640" cy="548640"/>
          </a:xfrm>
          <a:prstGeom prst="rect">
            <a:avLst/>
          </a:prstGeom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8549C105-66B7-9FD0-4E81-69D0023AA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77585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Settings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57E479BB-63B0-9474-37BB-3E9994138B1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430231" y="1164222"/>
            <a:ext cx="548640" cy="54864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6E648018-B5D4-2A40-9635-490E8D50E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084084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Star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444A462C-A27E-34DE-874C-513F05BB90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70242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Success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B3ACC22-5687-8DB4-9D62-8556780FB2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9186" y="3249970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Trash</a:t>
            </a:r>
          </a:p>
        </p:txBody>
      </p:sp>
      <p:pic>
        <p:nvPicPr>
          <p:cNvPr id="102" name="Graphic 101">
            <a:extLst>
              <a:ext uri="{FF2B5EF4-FFF2-40B4-BE49-F238E27FC236}">
                <a16:creationId xmlns:a16="http://schemas.microsoft.com/office/drawing/2014/main" id="{68E85EAD-EE65-7C06-3071-B6CEAEFB2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0657" y="2539250"/>
            <a:ext cx="548640" cy="54864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89397C5C-75A1-B9D6-8AC8-D41EB60DDE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241608" y="1164222"/>
            <a:ext cx="548640" cy="54864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7DEE4BD6-6B89-FDF9-99D7-9412408EA4C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99102" y="1164222"/>
            <a:ext cx="548640" cy="5486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EBE6454-D796-1CD3-AEF4-51EE74A8A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981978" y="1823705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Thought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497B08-4461-7E5D-60C2-0D08B8BB8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28216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Stairs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FC7469-62DC-4A55-C54B-DE8254A6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172348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Shower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783C6982-5539-9E61-57E0-66F82EFD31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326620" y="1164222"/>
            <a:ext cx="548640" cy="54864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ADDA99A1-A075-5563-F5A9-718FEF48EC1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84114" y="1164222"/>
            <a:ext cx="548640" cy="54864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B511A64A-2646-6EE7-1C7B-DCAF3077DCB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42754" y="1112985"/>
            <a:ext cx="548640" cy="54864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329BA80E-1D8B-F7D0-8C4F-0727130F2F4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165423" y="1164222"/>
            <a:ext cx="548640" cy="54864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6619F7E-3A59-6F2E-DB8D-9FA2AD96F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026110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Tax regulations*</a:t>
            </a:r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36B6FB90-8B80-FFA6-C101-0BCB4234693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364713" y="1164222"/>
            <a:ext cx="548640" cy="54864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44E0C8F4-A43B-069E-C3F0-7168E9F2EE23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2515981" y="1164222"/>
            <a:ext cx="548640" cy="54864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740E4CC3-F91A-E4C4-BC87-22DD249E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69047" y="3242166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Vault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AFF5861-B12B-5EA1-FA8E-98A927B29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69032" y="3242166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Video</a:t>
            </a:r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2787373B-395F-CF37-15A0-8FE865A639A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379560" y="2539250"/>
            <a:ext cx="548640" cy="54864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36B7D806-4F9C-8630-E960-A7A1CACEC6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01015" y="3242166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Upload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8C383D-C652-F1EC-1284-106034DA28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28162" y="3242166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Volume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954FC29-D185-4B23-E512-E07E266881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212068" y="3242166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Width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9F55CE3B-CED8-E1E6-8960-336CE3099AC0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553108" y="2539250"/>
            <a:ext cx="548640" cy="54864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FFC3F169-FE53-EBB4-C346-1D296539FA6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4437199" y="2539250"/>
            <a:ext cx="548640" cy="54864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3298F07C-0071-6D81-25B3-77F2F20D2A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69468" y="3242166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 err="1"/>
              <a:t>WiFi</a:t>
            </a:r>
            <a:endParaRPr lang="en-GB" sz="1100" noProof="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948A04-7FF2-792B-4FA5-811E7B2247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128325" y="3242166"/>
            <a:ext cx="822960" cy="25662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Zoom in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DEA539-6C46-9DDD-6E1A-D9332A623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077063" y="3242166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Zoom out</a:t>
            </a:r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69DB0358-DBAA-9A90-759E-98927CE2DB32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260472" y="2539250"/>
            <a:ext cx="548640" cy="54864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6D1F058C-7EF8-D0B0-5D40-A52951232BC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235642" y="2539250"/>
            <a:ext cx="548640" cy="548640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E4807575-8231-ADDD-FD55-56EBA0CC7C86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520319" y="2539250"/>
            <a:ext cx="548640" cy="54864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054FD288-7C7B-B057-3D9F-2A269931AF8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6356606" y="2539250"/>
            <a:ext cx="548640" cy="548640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A6F112EB-0F67-B28D-2651-82184162B5A6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298485" y="2539250"/>
            <a:ext cx="548640" cy="548640"/>
          </a:xfrm>
          <a:prstGeom prst="rect">
            <a:avLst/>
          </a:prstGeom>
        </p:spPr>
      </p:pic>
      <p:pic>
        <p:nvPicPr>
          <p:cNvPr id="92" name="Graphic 91">
            <a:extLst>
              <a:ext uri="{FF2B5EF4-FFF2-40B4-BE49-F238E27FC236}">
                <a16:creationId xmlns:a16="http://schemas.microsoft.com/office/drawing/2014/main" id="{CF977075-D5E9-50EF-05AB-88C3AB22B3F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3501547" y="2539250"/>
            <a:ext cx="548640" cy="548640"/>
          </a:xfrm>
          <a:prstGeom prst="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0A6A9423-CDF4-7110-1140-25F7463B7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318617" y="3242166"/>
            <a:ext cx="84296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Verified*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C686C92-F92F-BA80-EDC0-AF66CBD32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61745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Search–AI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9CC7813B-EA11-2FFC-64E8-11614D2AD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28037" y="1841403"/>
            <a:ext cx="83202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100" noProof="0" dirty="0"/>
              <a:t>Shopping cart*</a:t>
            </a:r>
          </a:p>
        </p:txBody>
      </p:sp>
    </p:spTree>
    <p:extLst>
      <p:ext uri="{BB962C8B-B14F-4D97-AF65-F5344CB8AC3E}">
        <p14:creationId xmlns:p14="http://schemas.microsoft.com/office/powerpoint/2010/main" val="27666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BE750-5B64-F0F0-E1C5-546055F25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7F625-CA21-27C2-9265-BCBC26E091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32074-2EFB-7186-2814-B3155354E9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5AC1D02A-ED16-E950-01F2-E9E17B76B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04157" y="1327693"/>
            <a:ext cx="914400" cy="91440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0DDB1953-6C9E-35B4-DAA7-EEA90D4833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4294" y="23553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Access 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information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A7F52F-D100-F62F-E6EE-CB36E339A5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25862" y="2355396"/>
            <a:ext cx="88696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Affirmation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58451D-AA28-6D1C-25D6-0FC5D17A9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55480" y="23553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AI driven innovation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7CC42C-4DBD-D74C-9258-23A4B44CC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05497" y="2355396"/>
            <a:ext cx="94652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AR/VR</a:t>
            </a:r>
            <a:br>
              <a:rPr lang="en-GB" sz="1200" noProof="0" dirty="0"/>
            </a:br>
            <a:r>
              <a:rPr lang="en-GB" sz="1200" noProof="0" dirty="0"/>
              <a:t>wearables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EC6ABE5-64AA-DD4B-A618-7939E49021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61579" y="23553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Artificial</a:t>
            </a:r>
          </a:p>
          <a:p>
            <a:pPr algn="ctr"/>
            <a:r>
              <a:rPr lang="en-GB" sz="1200" dirty="0"/>
              <a:t>intelligence</a:t>
            </a:r>
            <a:endParaRPr lang="en-GB" sz="1200" noProof="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AAB8318-32F1-8D2E-A792-A90CB5B248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9733" y="4006873"/>
            <a:ext cx="120489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Asset and wealth</a:t>
            </a:r>
          </a:p>
          <a:p>
            <a:pPr algn="ctr"/>
            <a:r>
              <a:rPr lang="en-GB" sz="1200" dirty="0"/>
              <a:t>management</a:t>
            </a:r>
            <a:endParaRPr lang="en-GB" sz="1200" noProof="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39BE0A-6662-416E-E123-34E823C69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16981" y="4006873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Atom</a:t>
            </a:r>
            <a:endParaRPr lang="en-GB" sz="1200" noProof="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A5E3DC3-0412-48A4-96DF-496AE9CBC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93898" y="4006873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Auditing</a:t>
            </a:r>
            <a:endParaRPr lang="en-GB" sz="12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F3C479-6878-C891-E3C9-46009AAA25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78633" y="4006873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Automation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D07DCDF-A0C3-C559-B0BD-BB77FA9F5D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12227" y="4006873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Bike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9C4C988-34E4-114C-7737-B12E40CC3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21634" y="4006873"/>
            <a:ext cx="97178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Birthday/</a:t>
            </a:r>
            <a:br>
              <a:rPr lang="en-GB" sz="1200" noProof="0" dirty="0"/>
            </a:br>
            <a:r>
              <a:rPr lang="en-GB" sz="1200" noProof="0" dirty="0"/>
              <a:t>Celebration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7B83B8-4651-B77C-D194-038DA0C62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99321" y="5605314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Camera</a:t>
            </a:r>
            <a:endParaRPr lang="en-GB" sz="1200" noProof="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5072DD-DCD5-28F5-7BCF-D1254E6DD7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44390" y="5605314"/>
            <a:ext cx="90992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Car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464357-A8AC-E568-54DB-1331EA44F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50129" y="5605314"/>
            <a:ext cx="93378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Cargo ship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01A04671-8CF6-210D-F0BC-7D2EDF5932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47" y="1327693"/>
            <a:ext cx="914400" cy="914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8313E44-33E8-0121-DD86-CDC5A3DB0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3487" y="1327693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5E167818-EF64-900E-8341-C1CE969668C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5497" y="1327693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12529BC5-7D38-4BCA-1027-D9CA80048B1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06169" y="1327693"/>
            <a:ext cx="914400" cy="9144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9D8D527-E28F-61D2-AB31-8111DD1D359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2069" y="2981996"/>
            <a:ext cx="914400" cy="9144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A04406DC-443F-C354-51BF-68E0BA11313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05982" y="2981996"/>
            <a:ext cx="914400" cy="914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1D4BA071-F0D5-329F-9B11-14529C3490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09895" y="2981996"/>
            <a:ext cx="914400" cy="9144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82927F77-E163-DD1B-EEB6-2E16D91E3D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513808" y="2981996"/>
            <a:ext cx="914400" cy="9144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B41B8C05-74DD-7943-B619-2C921F16453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217721" y="2981996"/>
            <a:ext cx="914400" cy="9144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C8D346B8-0511-EE11-35DF-04775FE0535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940949" y="4622667"/>
            <a:ext cx="914400" cy="9144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FBA0D35C-013C-5C19-2100-7D993CB0F92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651889" y="4622667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436069-0110-CC1C-4B45-D3F13D571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48141" y="5605314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Cap/Alumni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E6EA6B9-CE47-3E4B-32AE-38415CC4199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230011" y="4622667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1F88E2-B866-0079-26C9-CB9E5C34B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90723" y="5605314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Calendar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54F312A-DB07-BA4F-8805-69E9EE94AAA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808135" y="4622667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2306396-FD62-76BD-5F29-D08665180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37358" y="5605314"/>
            <a:ext cx="822960" cy="3335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Calculator/ Tax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4DE236B7-AD68-0510-BAB0-75E8535E4209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097197" y="4622667"/>
            <a:ext cx="914400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4E231920-6440-D91C-1CFB-8DB141E7A45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921634" y="2981996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ADB85ED4-D1D2-7C9F-98B8-F6155056CE74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519073" y="4622667"/>
            <a:ext cx="914400" cy="9144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6D32C8A-5FF8-E9BD-5EE9-B015A8B4FE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54642" y="235539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Advisory*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EC800E9-BAC2-BFAD-A24C-44D6DB631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70273" y="2355396"/>
            <a:ext cx="88696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Anti-money</a:t>
            </a:r>
            <a:br>
              <a:rPr lang="en-GB" sz="1200" noProof="0" dirty="0"/>
            </a:br>
            <a:r>
              <a:rPr lang="en-GB" sz="1200" noProof="0" dirty="0"/>
              <a:t>laundering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F69841-44BB-7F50-9CD1-E52143DD70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97609" y="4006873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Blockchai</a:t>
            </a:r>
            <a:r>
              <a:rPr lang="en-GB" sz="1200" dirty="0">
                <a:solidFill>
                  <a:srgbClr val="000000"/>
                </a:solidFill>
              </a:rPr>
              <a:t>n*</a:t>
            </a:r>
            <a:endParaRPr lang="en-GB" sz="12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F183661-6B5F-8C23-88C7-5ECDA2206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0050" y="5605314"/>
            <a:ext cx="9620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Cable car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5C557E2A-2D86-D7E1-8A4A-8E9848183631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02817" y="1327693"/>
            <a:ext cx="914400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16FFC8FB-F410-8286-A7ED-AE6498160DB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04827" y="1327693"/>
            <a:ext cx="914400" cy="9144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7AC628A1-B2F8-6702-7A9F-99E16D86763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625549" y="2981996"/>
            <a:ext cx="914400" cy="9144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C18267D1-5598-F606-63C2-E02E71C431A9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414981" y="462266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019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CF443-9285-B43E-2786-94E4F3559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F6954-05CA-60E8-BD43-2887D4115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AE09-5DCE-ACF0-F806-C9ACE28E8F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2F9434-2934-0E4A-E178-C007F5A64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6FE0CC4-87D7-7B3A-5D1D-3E74443E8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389" y="1324067"/>
            <a:ext cx="914400" cy="9144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CC5B893A-73CD-3806-23B4-689D4B7AF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8674" y="2356829"/>
            <a:ext cx="935998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Charity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249D884-CCF9-AB68-A104-6BD84E7D84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86649" y="2356829"/>
            <a:ext cx="9540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 Chemicals</a:t>
            </a:r>
            <a:endParaRPr lang="en-GB" sz="1200" noProof="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AB2F7F-3A54-2D4A-B1A7-278728163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43929" y="2356829"/>
            <a:ext cx="92221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Climate</a:t>
            </a:r>
          </a:p>
          <a:p>
            <a:pPr algn="ctr"/>
            <a:r>
              <a:rPr lang="en-GB" sz="1200" noProof="0" dirty="0"/>
              <a:t>control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6136884-82CE-5996-AA20-66694CA9B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62102" y="2356829"/>
            <a:ext cx="95183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Cloud</a:t>
            </a:r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F4DB3DC8-4C10-87C2-E6D3-FE1188AC2B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12305" y="1324067"/>
            <a:ext cx="914400" cy="9144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5256E8B5-56B4-21C1-0306-A5E2CB021E2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100333" y="1324067"/>
            <a:ext cx="914400" cy="9144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4F78505B-90F8-63D1-8691-673B7E9C7E1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788361" y="1324067"/>
            <a:ext cx="914400" cy="9144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96CC791-BA04-097A-C0EE-312AE3AB9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58194" y="2383149"/>
            <a:ext cx="9203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Collaboration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585E80-C8A3-6222-AACD-E9C3315DD20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40475" y="1324067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D2ACF3-47A6-1FD0-59F0-1A4EFF63B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47216" y="2391222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95A95D-7742-88BD-07AE-9D578A0C0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83432" y="2391222"/>
            <a:ext cx="91772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Cogs</a:t>
            </a: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4B636CF3-D819-285C-3A52-83C37430F94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164417" y="1324067"/>
            <a:ext cx="914400" cy="9144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C06DE3C8-16FA-1F4A-DC6B-64DC92E1EB9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852445" y="1324067"/>
            <a:ext cx="914400" cy="91440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87A1564B-A513-81AE-5788-0BFBEAE17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652" y="4006981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Community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D861FC7-4D24-4C4C-F657-17E682055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90770" y="4006981"/>
            <a:ext cx="95090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Compass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9FDD29-CD0E-43DD-0BC4-D178E25E3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96916" y="4006981"/>
            <a:ext cx="95133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Competition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032F65-C9B7-9E7D-1E8C-C81F696DB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9815" y="4006981"/>
            <a:ext cx="96501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Computer</a:t>
            </a:r>
          </a:p>
          <a:p>
            <a:pPr algn="ctr"/>
            <a:r>
              <a:rPr lang="en-GB" sz="1200" dirty="0"/>
              <a:t>chip</a:t>
            </a:r>
            <a:endParaRPr lang="en-GB" sz="1200" noProof="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81DD335-B109-3A07-AEFC-F024709ADDA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6555" y="2973102"/>
            <a:ext cx="914400" cy="9144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968B351C-BFF4-44C6-C4E6-40B0178745E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06828" y="2981241"/>
            <a:ext cx="914400" cy="9144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DFB6230A-CF0E-D491-65AF-ED3A1785DE5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797101" y="2981241"/>
            <a:ext cx="914400" cy="9144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984D10D-C323-57A0-B775-40B9E12DEB2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87374" y="2981241"/>
            <a:ext cx="914400" cy="91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593B8E40-249F-B897-904C-0855EDB72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68264" y="4003502"/>
            <a:ext cx="93957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Construction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85D148-068C-DDAC-623A-05C9208E1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762824" y="4003502"/>
            <a:ext cx="120489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Consumer</a:t>
            </a:r>
            <a:br>
              <a:rPr lang="en-GB" sz="1200" noProof="0" dirty="0"/>
            </a:br>
            <a:r>
              <a:rPr lang="en-GB" sz="1200" noProof="0" dirty="0"/>
              <a:t>goods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34165D9A-FEEB-5B4B-06C9-0388E3783AF0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177647" y="2981241"/>
            <a:ext cx="914400" cy="9144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F59E35A4-A0E8-CC98-24BF-64091388E2F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67920" y="2981241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987C4AC-695F-F2EB-B8E2-4AB75A0A6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92870" y="3969987"/>
            <a:ext cx="93407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Consumer</a:t>
            </a:r>
          </a:p>
          <a:p>
            <a:pPr algn="ctr"/>
            <a:r>
              <a:rPr lang="en-GB" sz="1200" dirty="0"/>
              <a:t>markets</a:t>
            </a:r>
            <a:endParaRPr lang="en-GB" sz="1200" noProof="0" dirty="0"/>
          </a:p>
        </p:txBody>
      </p:sp>
      <p:pic>
        <p:nvPicPr>
          <p:cNvPr id="64" name="Graphic 63">
            <a:extLst>
              <a:ext uri="{FF2B5EF4-FFF2-40B4-BE49-F238E27FC236}">
                <a16:creationId xmlns:a16="http://schemas.microsoft.com/office/drawing/2014/main" id="{DE6757A1-C32D-B3AF-3AC9-1B015DD0124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58194" y="2981241"/>
            <a:ext cx="914400" cy="9144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9B4C1336-7B2D-5B9F-BCB0-2F1EE328D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96460" y="5663632"/>
            <a:ext cx="93407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Continuing</a:t>
            </a:r>
            <a:br>
              <a:rPr lang="en-GB" sz="1200" noProof="0" dirty="0"/>
            </a:br>
            <a:r>
              <a:rPr lang="en-GB" sz="1200" noProof="0" dirty="0"/>
              <a:t>education</a:t>
            </a: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FB53D097-5996-005A-FE21-ED795376EAF1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16225" y="4622137"/>
            <a:ext cx="914400" cy="914400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B006308A-E130-ECD2-0C78-C06008949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89397" y="5663632"/>
            <a:ext cx="920083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Credit cards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64068500-D9DD-AD63-2247-AC34073D09B8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15611" y="4622137"/>
            <a:ext cx="914400" cy="9144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07988E19-17CC-415F-9A4B-6E8376A4B0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03635" y="566363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Crypto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714ABAC9-49C6-DA80-283E-0C18EE02BDB1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14998" y="4622137"/>
            <a:ext cx="914400" cy="914400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D83E6A6A-2FEF-5BDF-C673-D716EE907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46720" y="5663632"/>
            <a:ext cx="85782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Crypto transaction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C7BFDE1-F8CA-2FA8-8DB6-0EBA0807A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20477" y="5663632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Crypto</a:t>
            </a:r>
          </a:p>
          <a:p>
            <a:pPr algn="ctr"/>
            <a:r>
              <a:rPr lang="en-GB" sz="1200" noProof="0" dirty="0"/>
              <a:t>wallet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78" name="Graphic 77">
            <a:extLst>
              <a:ext uri="{FF2B5EF4-FFF2-40B4-BE49-F238E27FC236}">
                <a16:creationId xmlns:a16="http://schemas.microsoft.com/office/drawing/2014/main" id="{BE386412-1CEB-2E3F-F7F9-065DDEDF9EE4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14385" y="4622137"/>
            <a:ext cx="914400" cy="9144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1EC6A54E-8BF1-4C1C-EB90-135734587F0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213772" y="4622137"/>
            <a:ext cx="914400" cy="914400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7BF37B25-6A96-6178-E154-E776FC85F2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12544" y="5663632"/>
            <a:ext cx="94635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Cybersecurity</a:t>
            </a:r>
          </a:p>
        </p:txBody>
      </p:sp>
      <p:pic>
        <p:nvPicPr>
          <p:cNvPr id="81" name="Graphic 80">
            <a:extLst>
              <a:ext uri="{FF2B5EF4-FFF2-40B4-BE49-F238E27FC236}">
                <a16:creationId xmlns:a16="http://schemas.microsoft.com/office/drawing/2014/main" id="{93B29352-C165-1E52-2950-40A64193927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612544" y="4622137"/>
            <a:ext cx="914400" cy="914400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5C3948AE-6164-E8EC-F7F5-2BC114F1A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34777" y="5663632"/>
            <a:ext cx="920083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Customer journey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A4611F5-FF3E-5E32-C524-ECA4CB5AA3FE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913158" y="4622137"/>
            <a:ext cx="914400" cy="914400"/>
          </a:xfrm>
          <a:prstGeom prst="rect">
            <a:avLst/>
          </a:prstGeom>
        </p:spPr>
      </p:pic>
      <p:pic>
        <p:nvPicPr>
          <p:cNvPr id="3" name="Graphic 36">
            <a:extLst>
              <a:ext uri="{FF2B5EF4-FFF2-40B4-BE49-F238E27FC236}">
                <a16:creationId xmlns:a16="http://schemas.microsoft.com/office/drawing/2014/main" id="{55D613C7-FC25-EB4E-D3B9-2C7CA8C3FB7C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7052195" y="30586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49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03E24-2016-5CFE-3837-2FCD77B7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79B9A-5347-CAC5-C6C7-F9EB5DC6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09FBD-A2D9-3314-2A4B-8F30292D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BE1EA-495E-D5BA-5FD2-1B418DC574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10EB6F6-9367-141A-885B-73ADE7FF2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4132" y="2353519"/>
            <a:ext cx="87760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Cycle</a:t>
            </a:r>
            <a:endParaRPr lang="en-GB" sz="1200" noProof="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FCA58C7-1A7D-265E-9493-16CF8055E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46061" y="2353519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Dashboard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A52A36-2BFF-307E-A0E1-B28D3B10E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76720" y="2353519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Data analysis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A10AFF5-B93C-7239-C4F7-1A401F0DF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62548" y="2353519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Database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5850AB3-07FB-58A2-FA86-93CFF286C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37603" y="2353519"/>
            <a:ext cx="89224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Database— cloud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DA970B-FE4F-5313-25B9-0CC7AF698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26408" y="4005771"/>
            <a:ext cx="9200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Devices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C5DC051-ABEB-C1CA-1A0F-390DF820C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386314" y="4005771"/>
            <a:ext cx="1139757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Dining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D736A765-9098-23AE-1137-4423512B3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5607" y="1326728"/>
            <a:ext cx="914400" cy="9144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F8F5BECF-DB07-959E-6106-8323C9B629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06877" y="1326728"/>
            <a:ext cx="914400" cy="9144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5FB0E463-27CC-3E4A-AA09-9D77E788E14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02512" y="1326728"/>
            <a:ext cx="914400" cy="914400"/>
          </a:xfrm>
          <a:prstGeom prst="rect">
            <a:avLst/>
          </a:prstGeom>
        </p:spPr>
      </p:pic>
      <p:pic>
        <p:nvPicPr>
          <p:cNvPr id="34" name="Graphic 33">
            <a:extLst>
              <a:ext uri="{FF2B5EF4-FFF2-40B4-BE49-F238E27FC236}">
                <a16:creationId xmlns:a16="http://schemas.microsoft.com/office/drawing/2014/main" id="{B9515EC7-B6C5-E681-2EB7-6AF4F7007C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8147" y="1326728"/>
            <a:ext cx="914400" cy="9144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668B6B13-C0FA-4B10-58C7-0F61CD8BC1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893782" y="1326728"/>
            <a:ext cx="914400" cy="9144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FE9F7983-55AB-D1B6-D871-DA4A0FF7D97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10432" y="2981262"/>
            <a:ext cx="914400" cy="914400"/>
          </a:xfrm>
          <a:prstGeom prst="rect">
            <a:avLst/>
          </a:prstGeom>
        </p:spPr>
      </p:pic>
      <p:pic>
        <p:nvPicPr>
          <p:cNvPr id="46" name="Graphic 45">
            <a:extLst>
              <a:ext uri="{FF2B5EF4-FFF2-40B4-BE49-F238E27FC236}">
                <a16:creationId xmlns:a16="http://schemas.microsoft.com/office/drawing/2014/main" id="{23515FEE-B833-5CDA-E9D8-CD74C7FEF3E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9046" y="2981262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4A59249-FC2D-AB80-7E01-50DCDF768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04889" y="2353519"/>
            <a:ext cx="89224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 err="1"/>
              <a:t>Defense</a:t>
            </a:r>
            <a:endParaRPr lang="en-GB" sz="1200" noProof="0" dirty="0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7876E480-752C-1E07-EC1A-B068CE20ED6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589418" y="1326728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8393DD11-3CB0-3B3A-30D5-241F3E9EE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03984" y="4005771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Disability</a:t>
            </a:r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80F4E7D6-06BA-699E-8823-89119E49880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207660" y="2981262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21BDE1C9-99BA-9312-78E6-4873523EB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76144" y="2353519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Cycle/</a:t>
            </a:r>
            <a:br>
              <a:rPr lang="en-GB" sz="1200" noProof="0" dirty="0"/>
            </a:br>
            <a:r>
              <a:rPr lang="en-GB" sz="1200" noProof="0" dirty="0"/>
              <a:t>Arrows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88155C92-AB32-FFF1-B59C-2C394AA9420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111242" y="1326728"/>
            <a:ext cx="914400" cy="9144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E8C12BE-115D-EFBC-D71D-CBFF5B1F2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9434" y="4005771"/>
            <a:ext cx="97178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Delivery truck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83237F-FB54-FCA4-890C-F2BAD7A581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5861" y="4005771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Demand planning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2889BF98-323E-2E27-703C-0D8E4E2D8BF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3204" y="2981262"/>
            <a:ext cx="914400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9BE15053-A09A-F1BA-A952-5C1622E88DE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11818" y="2981262"/>
            <a:ext cx="914400" cy="9144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354BC97-0AF0-30C5-725B-2E29084B5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12774" y="4005771"/>
            <a:ext cx="106782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Document</a:t>
            </a:r>
            <a:endParaRPr lang="en-GB" sz="1200" noProof="0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AB604E5D-B000-F4C6-3A0D-AE1B41B6CF14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906274" y="2981262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DF94A0F-6164-E3E8-2593-48CE0F1D5D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57777" y="4005771"/>
            <a:ext cx="846041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Drone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46D0F19A-44A4-3371-B276-0C2699BAB693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604889" y="2981262"/>
            <a:ext cx="914400" cy="9144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40C81F4E-5243-8903-0123-D39964010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2873" y="5681918"/>
            <a:ext cx="82490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E-book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908A98C-552D-1C01-24C0-58D811BD5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08213" y="5681918"/>
            <a:ext cx="76079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Education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EA9AD71-959C-F1FA-9B6E-961A6D0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06877" y="5681918"/>
            <a:ext cx="91440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Electric</a:t>
            </a:r>
            <a:br>
              <a:rPr lang="en-GB" sz="1200" noProof="0" dirty="0"/>
            </a:br>
            <a:r>
              <a:rPr lang="en-GB" sz="1200" noProof="0" dirty="0"/>
              <a:t>station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00E727-C736-216A-B17E-D7818FB26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71881" y="5681918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Electric vehicle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7F33F310-863C-D758-4673-0AB2F00927C3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22873" y="4621855"/>
            <a:ext cx="914400" cy="9144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A4E55E4F-021B-623F-415D-2EA6A6B0E32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2127191" y="4621855"/>
            <a:ext cx="914400" cy="9144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9E7CACF9-2734-BD58-9AD9-C0D94CB4862D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3831509" y="4621855"/>
            <a:ext cx="914400" cy="9144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F8FAA030-643E-DA8A-9476-411B0F4DFD3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35827" y="4621855"/>
            <a:ext cx="914400" cy="914400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F9A494D0-0207-E57D-3B8A-8267F987BF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97714" y="5694145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Energy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C31B42D6-FEBA-C596-39ED-8AFA15D703F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8944463" y="4621855"/>
            <a:ext cx="914400" cy="914400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122ED683-C57F-B85A-569C-09708937E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5007" y="5694145"/>
            <a:ext cx="9203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Employee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38664535-9EDB-D687-4BC8-867C7A83915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240145" y="4621855"/>
            <a:ext cx="914400" cy="9144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F068A3FD-D615-1A91-F552-4A050C6733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824352" y="5681918"/>
            <a:ext cx="58255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Energy plant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20D0F160-7BF1-D818-4029-8FF67C10540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648783" y="462185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6887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DD5A7-5B3A-A796-F807-3B07D993E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0406-092C-9610-09A4-7F280F1B7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DAFE37-FC10-76EC-947F-41CCC90AE4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39650-C47F-2DFC-F868-01CB9CD4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3AF194F-38A5-E204-0AA9-97988F917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8816" y="2355083"/>
            <a:ext cx="112900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Environment—</a:t>
            </a:r>
            <a:r>
              <a:rPr lang="en-GB" sz="1200" dirty="0"/>
              <a:t>Regeneration</a:t>
            </a:r>
            <a:endParaRPr lang="en-GB" sz="1200" noProof="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C57B2B4-065E-5194-FB6D-292AEDFBE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43268" y="2355083"/>
            <a:ext cx="90937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ESG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8248D86-FB9B-F2C4-E72C-84B459654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99793" y="2355083"/>
            <a:ext cx="93798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Face</a:t>
            </a:r>
          </a:p>
          <a:p>
            <a:pPr algn="ctr"/>
            <a:r>
              <a:rPr lang="en-GB" sz="1200" dirty="0"/>
              <a:t>recognition</a:t>
            </a:r>
            <a:endParaRPr lang="en-GB" sz="1200" noProof="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341B83D-FBAF-5062-E9AB-2F63B7D60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23338" y="2355083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Film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E2E76C5-6DA9-EF8D-BAFE-D8E584ACC9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582442" y="4007186"/>
            <a:ext cx="14122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Financial services / Banking—Dollar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C45C348-0CF4-1CF6-4AB3-928656CE0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72446" y="4007186"/>
            <a:ext cx="14122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Financial services / Banking—Euro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715187D-0309-38BB-F67B-986ABD7A1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006231" y="4007186"/>
            <a:ext cx="130424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Financial services / Banking—Pound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554453-C9AD-7E8B-65CA-885825614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29543" y="4007186"/>
            <a:ext cx="109423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Financial services/Bank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ED9A84B-6A5E-8113-1B37-C7805D616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85834" y="4007186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Financial</a:t>
            </a:r>
          </a:p>
          <a:p>
            <a:pPr algn="ctr"/>
            <a:r>
              <a:rPr lang="en-GB" sz="1200" dirty="0"/>
              <a:t>statement</a:t>
            </a:r>
            <a:endParaRPr lang="en-GB" sz="1200" noProof="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E533B18-A057-5FF2-31F3-FCCAD76663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33266" y="5688570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Full battery</a:t>
            </a:r>
            <a:endParaRPr lang="en-GB" sz="12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00B4FB-49A0-49ED-4B23-756CB9DFB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9885" y="5688570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Gaming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041755-EE47-D721-8A14-0A08B2ECE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66831" y="5688570"/>
            <a:ext cx="98755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Government/ Public sector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0387804-F74C-8ADE-9E6D-5B2574E847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611" y="1325859"/>
            <a:ext cx="914400" cy="9144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D99C39D5-076F-1ABD-D6DD-E9DAC8B9DC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9802" y="1325859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73751426-55A5-47E0-F430-1FCB99050D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7993" y="1325859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C6999432-239D-AE0A-1A00-797EF163F9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02566" y="1325859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A3245B1A-20DB-DEA9-A618-1097619EFD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09096" y="2979444"/>
            <a:ext cx="914400" cy="9144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8020EBD-994A-1BD7-9624-1459C481F8F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5124" y="2979444"/>
            <a:ext cx="914400" cy="9144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77E75C94-0327-4430-D1B4-6066F17FF37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01152" y="2979444"/>
            <a:ext cx="914400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3F4C7F1-62C6-094E-B636-884ED9954B4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13068" y="2979444"/>
            <a:ext cx="914400" cy="914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71D221E9-496F-A65A-F937-3ECA84F61B3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97180" y="2979444"/>
            <a:ext cx="914400" cy="914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8C753A9D-6645-6987-B342-FBF29997F5F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501451" y="4625227"/>
            <a:ext cx="914400" cy="9144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5C383CB2-D981-F2E1-9A55-3203B0EAB4E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7198277" y="4625227"/>
            <a:ext cx="914400" cy="9144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4755CACF-41A3-F064-87CE-97EF25EDCA2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91927" y="4625227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24A95FC0-F672-ED75-DFB0-EE1907D3F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9659" y="2355083"/>
            <a:ext cx="93798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Family</a:t>
            </a:r>
          </a:p>
        </p:txBody>
      </p:sp>
      <p:pic>
        <p:nvPicPr>
          <p:cNvPr id="68" name="Graphic 67">
            <a:extLst>
              <a:ext uri="{FF2B5EF4-FFF2-40B4-BE49-F238E27FC236}">
                <a16:creationId xmlns:a16="http://schemas.microsoft.com/office/drawing/2014/main" id="{58B010B7-AA34-4539-13D6-18AF5706A7A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506184" y="1325859"/>
            <a:ext cx="914400" cy="91440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59D788A8-3656-6205-0044-58DA8BC8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52520" y="5688570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Fruits</a:t>
            </a:r>
            <a:endParaRPr lang="en-GB" sz="1200" noProof="0" dirty="0"/>
          </a:p>
        </p:txBody>
      </p:sp>
      <p:pic>
        <p:nvPicPr>
          <p:cNvPr id="80" name="Graphic 79">
            <a:extLst>
              <a:ext uri="{FF2B5EF4-FFF2-40B4-BE49-F238E27FC236}">
                <a16:creationId xmlns:a16="http://schemas.microsoft.com/office/drawing/2014/main" id="{BC06706A-763D-C412-D46E-852D6B0B87D6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804625" y="4625227"/>
            <a:ext cx="914400" cy="914400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E13929C0-14E7-0C9A-FC98-172207663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58726" y="2355083"/>
            <a:ext cx="839408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Fast food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83B1EC8C-C26B-3CE2-2CC4-C22D094242B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204375" y="1325859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D1D88B2-BD1B-F4A9-E54B-616D6C1B98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09707" y="2355083"/>
            <a:ext cx="90992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Financial data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BB3E2EA0-420E-42A5-DB69-5483F715B4B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600755" y="1325859"/>
            <a:ext cx="914400" cy="91440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4A576825-D729-454A-2DC4-7CBCCD9B8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5460" y="4007186"/>
            <a:ext cx="93378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Financial invoice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645216F8-A822-CFCD-B407-05AA558E267F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7040" y="2979444"/>
            <a:ext cx="914400" cy="9144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2AD0CEF5-0295-C348-3049-2502C7181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89956" y="4007186"/>
            <a:ext cx="935998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Food and beverage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61F81287-BC4C-D926-6FA4-87C144E6AE2E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93207" y="2979444"/>
            <a:ext cx="914400" cy="91440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F4C56695-D65E-638C-F716-8653DB4A8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8112" y="5688570"/>
            <a:ext cx="9540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Forklift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5AD918E-6853-6D0F-698E-7C2801B716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17899" y="5688570"/>
            <a:ext cx="92221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Freight container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5BB473B7-58CD-150B-228D-CE02A39AC395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10973" y="4625227"/>
            <a:ext cx="914400" cy="914400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396B7EC8-3BD2-773D-387C-2149D2A840E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2107799" y="4625227"/>
            <a:ext cx="914400" cy="91440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07F941B-C58D-C37A-FDB4-82CFE52300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12202" y="5688570"/>
            <a:ext cx="95183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Gasoline/</a:t>
            </a:r>
            <a:br>
              <a:rPr lang="en-GB" sz="1200" noProof="0" dirty="0"/>
            </a:br>
            <a:r>
              <a:rPr lang="en-GB" sz="1200" noProof="0" dirty="0"/>
              <a:t>Petrol station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67" name="Graphic 66">
            <a:extLst>
              <a:ext uri="{FF2B5EF4-FFF2-40B4-BE49-F238E27FC236}">
                <a16:creationId xmlns:a16="http://schemas.microsoft.com/office/drawing/2014/main" id="{780C5520-F067-63D5-C0D3-8B40AE74D0D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8895103" y="4625227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31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D50CA-1E30-BE20-B5DB-DB81A101F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24210-0256-A0F0-A4F2-099F93A32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D9B2F-1F5E-62D3-A933-0554065F5D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7A089-49D6-F08F-E2D7-8015E93E9D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BD5FDE-1E08-94BE-D8FA-6D060810E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19361" y="5670408"/>
            <a:ext cx="912633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</a:rPr>
              <a:t>Internet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E8E240E-5C8C-A88E-7F2E-E993580CA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9323" y="462540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0CE582-FA16-1E8F-31C4-3EEC870200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69564" y="4011429"/>
            <a:ext cx="1503533" cy="2848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Housing/Hospitality/ Cities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BB0CE-6A5B-F4BF-48FB-5F87BEB1E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341577" y="4011429"/>
            <a:ext cx="73562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Idea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CF5EE710-4E58-E6F2-64C6-7059E08911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6713" y="2978733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3CCFC39A-B187-9477-FAB0-AEB2937D66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16406" y="2978733"/>
            <a:ext cx="914400" cy="9144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C78C0C5-F829-5F07-9707-A420F455F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996928" y="4011429"/>
            <a:ext cx="120489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Hourglass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0AFD4DA0-148B-FEEF-5622-B17DFD28340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17327" y="2978733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10B0E2-75F3-BA5F-F86E-998EEBC30E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77580" y="56879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</a:rPr>
              <a:t>Journey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99EBA20D-A8BB-5316-3F3F-BC0E4B4BB4B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907580" y="4625401"/>
            <a:ext cx="914400" cy="9144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AD92D3-B8AD-E0CA-2162-9B23890EC6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26571" y="2352403"/>
            <a:ext cx="120489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Graphic design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3DF61B-4672-05BD-5C42-D0076AEAEC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58384" y="2352403"/>
            <a:ext cx="92142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Growth/ Economy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72342A-A461-EBD3-551D-BFCB3AB3C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37040" y="2352403"/>
            <a:ext cx="93387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Heat</a:t>
            </a:r>
            <a:endParaRPr lang="en-GB" sz="1200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710BAA-7BF0-664F-08AC-B68A006B62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21564" y="2352403"/>
            <a:ext cx="94627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Hospital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D364BC-CA07-4547-1A69-5B65B115AF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0050" y="4011429"/>
            <a:ext cx="92358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Hospitality/ Dining</a:t>
            </a:r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D8D1ACA2-C7F7-7887-6D53-F8E8015EF51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09239" y="1326417"/>
            <a:ext cx="914400" cy="914400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A71DAAF-CD3C-25C8-C189-FD296C7DA78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09043" y="1326417"/>
            <a:ext cx="914400" cy="914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C766CD83-CB5D-C275-47ED-7930F0AFE49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208455" y="1326417"/>
            <a:ext cx="914400" cy="9144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BA68C0DE-977B-C193-099A-E981C9D50FD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908259" y="1326417"/>
            <a:ext cx="914400" cy="914400"/>
          </a:xfrm>
          <a:prstGeom prst="rect">
            <a:avLst/>
          </a:prstGeom>
        </p:spPr>
      </p:pic>
      <p:pic>
        <p:nvPicPr>
          <p:cNvPr id="42" name="Graphic 41">
            <a:extLst>
              <a:ext uri="{FF2B5EF4-FFF2-40B4-BE49-F238E27FC236}">
                <a16:creationId xmlns:a16="http://schemas.microsoft.com/office/drawing/2014/main" id="{7EAFB8FE-C883-09B6-8652-FB69CFCE09E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17634" y="2978733"/>
            <a:ext cx="914400" cy="914400"/>
          </a:xfrm>
          <a:prstGeom prst="rect">
            <a:avLst/>
          </a:prstGeom>
        </p:spPr>
      </p:pic>
      <p:sp>
        <p:nvSpPr>
          <p:cNvPr id="46" name="TextBox 45">
            <a:extLst>
              <a:ext uri="{FF2B5EF4-FFF2-40B4-BE49-F238E27FC236}">
                <a16:creationId xmlns:a16="http://schemas.microsoft.com/office/drawing/2014/main" id="{42ABDB29-144D-D876-9260-E1031C6CED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06952" y="2352403"/>
            <a:ext cx="96021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Handshake</a:t>
            </a:r>
            <a:endParaRPr lang="en-GB" sz="1200" noProof="0" dirty="0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78EEF28B-F8E8-F37D-C6C6-F77FDEB2489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08847" y="1326417"/>
            <a:ext cx="914400" cy="914400"/>
          </a:xfrm>
          <a:prstGeom prst="rect">
            <a:avLst/>
          </a:prstGeom>
        </p:spPr>
      </p:pic>
      <p:sp>
        <p:nvSpPr>
          <p:cNvPr id="58" name="TextBox 57">
            <a:extLst>
              <a:ext uri="{FF2B5EF4-FFF2-40B4-BE49-F238E27FC236}">
                <a16:creationId xmlns:a16="http://schemas.microsoft.com/office/drawing/2014/main" id="{844FB424-43B3-7D71-01D5-7AC180119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40308" y="2352403"/>
            <a:ext cx="92359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Hearing aid</a:t>
            </a:r>
            <a:endParaRPr lang="en-GB" sz="1200" noProof="0" dirty="0"/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AF71B2E-01D6-3F22-A565-C720AF3D094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508651" y="1326417"/>
            <a:ext cx="914400" cy="914400"/>
          </a:xfrm>
          <a:prstGeom prst="rect">
            <a:avLst/>
          </a:prstGeom>
        </p:spPr>
      </p:pic>
      <p:sp>
        <p:nvSpPr>
          <p:cNvPr id="190" name="TextBox 189">
            <a:extLst>
              <a:ext uri="{FF2B5EF4-FFF2-40B4-BE49-F238E27FC236}">
                <a16:creationId xmlns:a16="http://schemas.microsoft.com/office/drawing/2014/main" id="{410D5F1D-9948-AF96-8E07-54C3DAD79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77108" y="4011429"/>
            <a:ext cx="9203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Inclusion/</a:t>
            </a:r>
            <a:br>
              <a:rPr lang="en-GB" sz="1200" noProof="0" dirty="0"/>
            </a:br>
            <a:r>
              <a:rPr lang="en-GB" sz="1200" noProof="0" dirty="0"/>
              <a:t>Diversity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7155EA9E-5E1B-AADB-2BC2-3CCB9681E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22490" y="4011429"/>
            <a:ext cx="120489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House</a:t>
            </a:r>
          </a:p>
        </p:txBody>
      </p:sp>
      <p:pic>
        <p:nvPicPr>
          <p:cNvPr id="195" name="Graphic 194">
            <a:extLst>
              <a:ext uri="{FF2B5EF4-FFF2-40B4-BE49-F238E27FC236}">
                <a16:creationId xmlns:a16="http://schemas.microsoft.com/office/drawing/2014/main" id="{2CE1D2A5-6E94-135D-54FC-83001D350885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817020" y="2978733"/>
            <a:ext cx="914400" cy="914400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32E3C320-E273-1544-6A32-523B176D808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8916099" y="297873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3C3CFB6-A968-A2C2-3D76-50ACD7069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62573" y="2352403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Healthcare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771C2E-7250-85DC-618D-A5EBC9CEAD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16853" y="4011429"/>
            <a:ext cx="88696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Industrial machine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903B6B-6EC3-3F78-7ADD-715FA724E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4854" y="5657968"/>
            <a:ext cx="100877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Information</a:t>
            </a:r>
          </a:p>
          <a:p>
            <a:pPr algn="ctr"/>
            <a:r>
              <a:rPr lang="en-GB" sz="1200" dirty="0"/>
              <a:t>technology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27722D0-14A9-D388-A8BB-3CE9F0386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934308" y="5657968"/>
            <a:ext cx="1324369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Insurance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F0E51-B16C-18F1-BF5D-F2531CEA06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45069" y="5687992"/>
            <a:ext cx="95275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Inventory</a:t>
            </a:r>
          </a:p>
          <a:p>
            <a:pPr algn="ctr"/>
            <a:r>
              <a:rPr lang="en-GB" sz="1200" dirty="0"/>
              <a:t>management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332F47-5575-D95F-314C-7D6256CD2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067949" y="5687992"/>
            <a:ext cx="120489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Investment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D31411-0C9E-2397-21FD-571F6821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15793" y="571309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Kayak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C269953A-6496-79DD-F39F-97BD6A60475F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608061" y="1326417"/>
            <a:ext cx="914400" cy="9144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83BFC067-B20C-758F-F53D-6D83661413D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615793" y="2978733"/>
            <a:ext cx="914400" cy="9144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9C317E81-71C3-3D73-6673-C38A4F3D8655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0484" y="4625401"/>
            <a:ext cx="914400" cy="9144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522A1299-FB16-E69D-77C6-DE243BFBFFDD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2109904" y="4625401"/>
            <a:ext cx="914400" cy="9144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8C55F0ED-DAEE-F418-5E6B-A227B3920CA1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508742" y="4625401"/>
            <a:ext cx="914400" cy="9144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087D5587-C925-8C8F-7DC1-F8BF5C03ED9A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208161" y="4625401"/>
            <a:ext cx="914400" cy="9144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B41D6283-05A0-8638-25A7-7BD423EC8A0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607001" y="462540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25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C92FB-F370-EFE8-269C-95B13014D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B5283-F500-6C60-3432-B5F4BE04D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5BD3-0286-64E1-F310-119FD6510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131969-6C7F-D627-9295-966490400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26FB7B-9F97-5CCE-7EA9-D862FE56E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63872" y="2358846"/>
            <a:ext cx="122672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Laboratory/ Diagnosis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439CE8D-D7AA-D3F6-CD48-82A84A4654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98341" y="2358846"/>
            <a:ext cx="90937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Laptop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A3CD0BC-5E64-A163-25D0-BAE9CAD17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96055" y="2358846"/>
            <a:ext cx="926702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Location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53297C-E77E-64FC-EC17-8FCBA766B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16522" y="235884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Low battery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0B0A56D-CF58-1725-BE0F-5B332C76C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82016" y="4009022"/>
            <a:ext cx="120489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Mail/Message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C19CBEF-424E-40F9-7E27-3AF50E086C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98341" y="4009022"/>
            <a:ext cx="952329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Maintenance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38042C-F95B-C14E-A78D-F03526CD0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34909" y="4009022"/>
            <a:ext cx="1050838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Management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818240B-C3F8-494C-C24B-F41DD7638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4306" y="1316517"/>
            <a:ext cx="914400" cy="9144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BF16C10-DB6B-F861-62FF-AAEA383969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9201" y="1316517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9E6861A6-9C93-3C6E-DF5F-16B887D9B3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8991" y="1316517"/>
            <a:ext cx="914400" cy="914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7666276F-CFF9-D1BB-8433-0A5E30745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93886" y="1316517"/>
            <a:ext cx="914400" cy="9144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2CFD8E1-E3AF-7198-9B5A-F44E6C191FD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16259" y="2968463"/>
            <a:ext cx="914400" cy="9144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64DADFE9-95C8-8A16-6F13-473155FF516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110829" y="2968463"/>
            <a:ext cx="914400" cy="9144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4CF93F8B-FE17-4BE7-70CD-E5495F18BA9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94539" y="2968463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3A897F50-A0C1-8D1C-9AA4-1AEE20A2B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43173" y="2358846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Lifeboat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7008F7C-6005-4B56-026B-164CFCB4E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20796" y="2358846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Magnifying glass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F6659CCC-091C-95D6-1394-54C3E456DE1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804096" y="1316517"/>
            <a:ext cx="914400" cy="9144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8657A61E-3915-F8AA-F2EB-31A93DB1D3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88781" y="1316517"/>
            <a:ext cx="914400" cy="9144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62BF191B-6F2C-5F82-C2F3-BC42A58E22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499713" y="2358846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Mail delivery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C40832FA-47C7-92CE-056B-62F8CE5CDD3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83677" y="1316517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1D4F52B-999A-C3E0-D9A1-216BBE35D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79108" y="4009022"/>
            <a:ext cx="97178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Man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25584CB-0650-1621-81B9-9A85FA5B6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35281" y="4009022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Managed services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63C6D7F2-C551-1338-B811-878011E4B6B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3805399" y="2968463"/>
            <a:ext cx="914400" cy="9144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31096538-6BBF-30D2-ED45-3A69A571EA4F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5499969" y="2968463"/>
            <a:ext cx="914400" cy="91440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1CDADFB-25E7-14FD-C1FB-2BE399DE7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16059" y="4009022"/>
            <a:ext cx="116419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Manufacturing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572F41-5BAE-7C7F-46C6-7D936AA31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10071" y="4009022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Marketing</a:t>
            </a:r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B6730CAF-EF3D-3F96-3525-26C25B4316F2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889109" y="2968463"/>
            <a:ext cx="914400" cy="9144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D0EF235F-AAB6-FA30-4B07-F92AA560471C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83677" y="2968463"/>
            <a:ext cx="914400" cy="9144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075DF014-D0E0-2111-F4D1-E675EE7338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6076" y="5658794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Material flow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514ED152-6454-F5FF-8523-E467765D06BC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413459" y="4624811"/>
            <a:ext cx="914400" cy="914400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D36BD4C7-3EAC-D7A2-5C69-7684B03BE0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62674" y="5658794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Messages</a:t>
            </a:r>
          </a:p>
        </p:txBody>
      </p:sp>
      <p:pic>
        <p:nvPicPr>
          <p:cNvPr id="62" name="Graphic 61">
            <a:extLst>
              <a:ext uri="{FF2B5EF4-FFF2-40B4-BE49-F238E27FC236}">
                <a16:creationId xmlns:a16="http://schemas.microsoft.com/office/drawing/2014/main" id="{0EE9BEAA-B8DA-A885-8CEE-E8EDED02D99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888639" y="4624811"/>
            <a:ext cx="914400" cy="914400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E1F829BD-5F42-215A-2295-10EEC72EF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860083" y="5658794"/>
            <a:ext cx="14579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Megatrends—demographic shift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835BB1C5-18B0-18A9-62B1-CC9DECFBB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10571" y="5658794"/>
            <a:ext cx="1372519" cy="40547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Megatrends—fracturing world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C647C75-EBC1-AA07-6A4C-4A5787C8C2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305187" y="5658794"/>
            <a:ext cx="137251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Megatrends</a:t>
            </a:r>
            <a:br>
              <a:rPr lang="en-GB" sz="1200" dirty="0"/>
            </a:br>
            <a:r>
              <a:rPr lang="en-GB" sz="1200" dirty="0"/>
              <a:t>social instability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33E79901-2FB9-E4F2-81D1-DCE663741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085292" y="5658794"/>
            <a:ext cx="12035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Megatrends—tech disruption</a:t>
            </a:r>
          </a:p>
        </p:txBody>
      </p:sp>
      <p:pic>
        <p:nvPicPr>
          <p:cNvPr id="131" name="Graphic 130">
            <a:extLst>
              <a:ext uri="{FF2B5EF4-FFF2-40B4-BE49-F238E27FC236}">
                <a16:creationId xmlns:a16="http://schemas.microsoft.com/office/drawing/2014/main" id="{68590C58-3698-D807-4160-7BABD90206F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2108495" y="4624811"/>
            <a:ext cx="914400" cy="914400"/>
          </a:xfrm>
          <a:prstGeom prst="rect">
            <a:avLst/>
          </a:prstGeom>
        </p:spPr>
      </p:pic>
      <p:pic>
        <p:nvPicPr>
          <p:cNvPr id="132" name="Graphic 131">
            <a:extLst>
              <a:ext uri="{FF2B5EF4-FFF2-40B4-BE49-F238E27FC236}">
                <a16:creationId xmlns:a16="http://schemas.microsoft.com/office/drawing/2014/main" id="{3462744A-D7DB-3E3A-87E5-DD3C6EAD6B6F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3803531" y="4624811"/>
            <a:ext cx="914400" cy="914400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3FC31F79-6E1A-14CB-4B0D-6B8CC68ABA0D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5498567" y="4624811"/>
            <a:ext cx="914400" cy="914400"/>
          </a:xfrm>
          <a:prstGeom prst="rect">
            <a:avLst/>
          </a:prstGeom>
        </p:spPr>
      </p:pic>
      <p:pic>
        <p:nvPicPr>
          <p:cNvPr id="134" name="Graphic 133">
            <a:extLst>
              <a:ext uri="{FF2B5EF4-FFF2-40B4-BE49-F238E27FC236}">
                <a16:creationId xmlns:a16="http://schemas.microsoft.com/office/drawing/2014/main" id="{EA826041-DA1B-11FB-A151-AD10EF32987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7193603" y="4624811"/>
            <a:ext cx="914400" cy="914400"/>
          </a:xfrm>
          <a:prstGeom prst="rect">
            <a:avLst/>
          </a:prstGeom>
        </p:spPr>
      </p:pic>
      <p:sp>
        <p:nvSpPr>
          <p:cNvPr id="135" name="TextBox 134">
            <a:extLst>
              <a:ext uri="{FF2B5EF4-FFF2-40B4-BE49-F238E27FC236}">
                <a16:creationId xmlns:a16="http://schemas.microsoft.com/office/drawing/2014/main" id="{6F7D7101-E219-F245-DC2F-21D0AB11B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74903" y="5658794"/>
            <a:ext cx="92049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Microphone</a:t>
            </a:r>
            <a:endParaRPr lang="en-GB" sz="1200" noProof="0" dirty="0"/>
          </a:p>
        </p:txBody>
      </p:sp>
      <p:pic>
        <p:nvPicPr>
          <p:cNvPr id="136" name="Graphic 135">
            <a:extLst>
              <a:ext uri="{FF2B5EF4-FFF2-40B4-BE49-F238E27FC236}">
                <a16:creationId xmlns:a16="http://schemas.microsoft.com/office/drawing/2014/main" id="{034563DA-E36B-6967-AD65-767DBC93BD9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583677" y="46248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152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CB0B1-B5E8-3B06-CC7F-2EE902273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AB16-80BA-CCCB-B698-4CEA2C1CF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5094F-82C4-E08E-A99D-53093E0947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B9275-8957-8901-FA81-9773FD0BD4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D3DE560-62C4-F2F9-C0B7-674E2924E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5282" y="5677668"/>
            <a:ext cx="935659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</a:rPr>
              <a:t>Platform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9B3CBBD-FD9F-56C5-0830-24C7379F2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56195" y="5677668"/>
            <a:ext cx="97499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Power cable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81352B0-8FDE-5A97-3407-92B1F5FBE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15291" y="5677668"/>
            <a:ext cx="90937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Presenter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7543195-81FC-CB12-D72D-064FDFAED5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9072" y="4624041"/>
            <a:ext cx="914400" cy="9144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7604013-597A-6BF6-5294-C74167EE3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5802" y="4624041"/>
            <a:ext cx="914400" cy="914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0C292D9F-3C7A-E7FA-D765-76368D31E24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2532" y="4624041"/>
            <a:ext cx="914400" cy="914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385F89-6128-E388-1A73-D5A57BA9A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32214" y="4007998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Op model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ED9EB1-B8AF-ABAA-8369-F3E4B18EC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11328" y="4007998"/>
            <a:ext cx="132538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Operating</a:t>
            </a:r>
          </a:p>
          <a:p>
            <a:pPr algn="ctr"/>
            <a:r>
              <a:rPr lang="en-GB" sz="1200" dirty="0"/>
              <a:t>expense</a:t>
            </a:r>
            <a:endParaRPr lang="en-GB" sz="12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D64A9-5420-EB6D-2D3A-59CE0A511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96919" y="4007998"/>
            <a:ext cx="91440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People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083B3-A546-BDBD-5F4C-66D317730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086209" y="4007998"/>
            <a:ext cx="113396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Pharmaceuticals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558DAE-7BE9-8A1B-870C-0EBEF87684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22219" y="4007998"/>
            <a:ext cx="91663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Picture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D40AFD4-EC23-D8E9-DA49-1B77DD84F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01311" y="4007998"/>
            <a:ext cx="9203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Pie chart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DE5178-82D7-92F0-84D1-24D2CA9BC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436224" y="2354676"/>
            <a:ext cx="120489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Oil/Gas</a:t>
            </a: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62564F63-6AD0-37C3-1CD6-0DD936BEFC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9455" y="1328530"/>
            <a:ext cx="914400" cy="914400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9B2B302A-CEB8-3048-99BA-4E2A6BB5B9A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05802" y="2970136"/>
            <a:ext cx="914400" cy="914400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2326F566-2214-7743-98CF-CFF655D2E6C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02532" y="2970136"/>
            <a:ext cx="914400" cy="9144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A9150D7-B1B6-5EFD-50F7-763F6F99136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499262" y="2970136"/>
            <a:ext cx="914400" cy="9144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9156A0B4-1A8B-B143-30F3-0063CC6E635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95992" y="2970136"/>
            <a:ext cx="914400" cy="914400"/>
          </a:xfrm>
          <a:prstGeom prst="rect">
            <a:avLst/>
          </a:prstGeom>
        </p:spPr>
      </p:pic>
      <p:pic>
        <p:nvPicPr>
          <p:cNvPr id="26" name="Graphic 25">
            <a:extLst>
              <a:ext uri="{FF2B5EF4-FFF2-40B4-BE49-F238E27FC236}">
                <a16:creationId xmlns:a16="http://schemas.microsoft.com/office/drawing/2014/main" id="{E76A2473-0435-6BD3-FC1A-2DE56DE44DC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8892722" y="2970136"/>
            <a:ext cx="914400" cy="914400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A0F2A9AE-03AF-4F03-A5B0-4335C439C30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589455" y="2970136"/>
            <a:ext cx="914400" cy="9144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0539222-D6E8-784C-E915-75AC77AB9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57243" y="2354676"/>
            <a:ext cx="98755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Oil</a:t>
            </a:r>
            <a:r>
              <a:rPr lang="en-GB" sz="1200" dirty="0"/>
              <a:t>—</a:t>
            </a:r>
            <a:r>
              <a:rPr lang="en-GB" sz="1200" noProof="0" dirty="0"/>
              <a:t>barrel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F8EDA415-3836-6826-E602-335BE261962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893101" y="1328530"/>
            <a:ext cx="914400" cy="91440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4CA24623-1C03-0D34-EA9D-1AEE60CCC6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80979" y="2354676"/>
            <a:ext cx="93663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News/Report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0727561D-94A4-85CF-D878-69EBD9C7202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3804033" y="1328530"/>
            <a:ext cx="914400" cy="91440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DD21B8B6-DB96-993A-C2E9-B4CE3E924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2696" y="4007998"/>
            <a:ext cx="91440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Onboarding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737FF220-3636-4E4A-E40D-68D14462FF9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09072" y="2970136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D655067-5492-38C8-324B-84876F790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06746" y="2354676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Motorcycle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3354E1-726B-D29E-7455-663193E99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2708" y="2354676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Networking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A579DAA4-678C-A319-9FCB-DF5E28DAE69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411321" y="1328530"/>
            <a:ext cx="914400" cy="9144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156C1C56-C2F5-E99B-5E0E-266D1D43F35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07677" y="1328530"/>
            <a:ext cx="914400" cy="914400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533868BC-92FC-86CC-AAD6-C32EE4D8F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13042" y="2354676"/>
            <a:ext cx="90992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Nuclear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269E53D-9E26-3ABC-1F8E-9C4BE11C7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01197" y="2354676"/>
            <a:ext cx="93378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Ocean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39E03119-E315-29AC-14B1-EB2BA21317FC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5500389" y="1328530"/>
            <a:ext cx="914400" cy="9144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962DC9AC-6BC5-910C-6CBF-028851EEA10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196745" y="1328530"/>
            <a:ext cx="914400" cy="9144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B341EFCD-48B7-3D8E-4FAD-2587050C6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23295" y="5618234"/>
            <a:ext cx="935998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Public transport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3292B84-6C41-F161-15EE-27216BBA3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84894" y="5618234"/>
            <a:ext cx="9540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Quality check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57" name="Graphic 56">
            <a:extLst>
              <a:ext uri="{FF2B5EF4-FFF2-40B4-BE49-F238E27FC236}">
                <a16:creationId xmlns:a16="http://schemas.microsoft.com/office/drawing/2014/main" id="{101D414C-2B15-8A20-F71F-66AC21C29A9B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499262" y="4624041"/>
            <a:ext cx="914400" cy="914400"/>
          </a:xfrm>
          <a:prstGeom prst="rect">
            <a:avLst/>
          </a:prstGeom>
        </p:spPr>
      </p:pic>
      <p:pic>
        <p:nvPicPr>
          <p:cNvPr id="58" name="Graphic 57">
            <a:extLst>
              <a:ext uri="{FF2B5EF4-FFF2-40B4-BE49-F238E27FC236}">
                <a16:creationId xmlns:a16="http://schemas.microsoft.com/office/drawing/2014/main" id="{7B9AAE64-2201-D0DD-7463-999A77ADDB3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195992" y="4624041"/>
            <a:ext cx="914400" cy="91440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EC6D4C8C-4920-3BBD-42D9-A89CE03B6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31618" y="5658072"/>
            <a:ext cx="103241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Quality/ </a:t>
            </a:r>
            <a:br>
              <a:rPr lang="en-GB" sz="1200" dirty="0"/>
            </a:br>
            <a:r>
              <a:rPr lang="en-GB" sz="1200" dirty="0"/>
              <a:t>Recognition</a:t>
            </a:r>
            <a:endParaRPr lang="en-GB" sz="1200" noProof="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5A7F2A-C71A-3500-0C13-F0117372D8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87508" y="5658072"/>
            <a:ext cx="912633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Question</a:t>
            </a:r>
          </a:p>
        </p:txBody>
      </p:sp>
      <p:pic>
        <p:nvPicPr>
          <p:cNvPr id="61" name="Graphic 60">
            <a:extLst>
              <a:ext uri="{FF2B5EF4-FFF2-40B4-BE49-F238E27FC236}">
                <a16:creationId xmlns:a16="http://schemas.microsoft.com/office/drawing/2014/main" id="{F0C4E6BD-815F-A41E-7195-80A7E9B3335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892722" y="4624041"/>
            <a:ext cx="914400" cy="9144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B8CFDE6-034E-826A-AD87-F447C8FFA9F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589455" y="462404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15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0F2F3A-B109-61C1-5486-3FB8A54D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A772-38EC-E9DE-4857-38D370E97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A3BC2-00E5-ED15-2BFF-F61540468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7CD14-2EAD-D3FE-5708-943AE74946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590661-8B8C-C4DA-7B7C-C4F6076528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85238" y="5683560"/>
            <a:ext cx="9203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Solar</a:t>
            </a:r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3EEF898B-7ADE-1A48-72FA-BC6B9F2723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82405" y="4624972"/>
            <a:ext cx="914400" cy="91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7C80DC1-B11E-3E43-FDFA-0EED7B608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34734" y="2356287"/>
            <a:ext cx="92180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Regulation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8F66700D-7DD8-C70E-0DCC-AE040A88B9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10865" y="1324405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AE29FCD-28AA-1106-D5B5-1078F08D3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397748" y="4011988"/>
            <a:ext cx="116419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Scale/Balance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B4A6D0-B695-6B7F-8FEC-BB55E5363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02822" y="4011988"/>
            <a:ext cx="91263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Self-driving car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C03CF0-1AA8-90A2-2039-543F13F66D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7020" y="5652471"/>
            <a:ext cx="89770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Skills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E2CA7C-FD29-4D1D-B611-619A301F5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44491" y="5652471"/>
            <a:ext cx="97846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Smartphone</a:t>
            </a:r>
            <a:endParaRPr lang="en-GB" sz="1200" noProof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4CD284D-C98C-4186-D878-04F183E50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39884" y="5652471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Software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9FC04-D793-A8D0-5FBA-58B73D8E92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01568" y="2356287"/>
            <a:ext cx="9356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Risk</a:t>
            </a:r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FFC1A400-9309-FE4F-0477-5822821F62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11321" y="1324405"/>
            <a:ext cx="914400" cy="9144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6F102AAF-B435-E1E3-DB5E-52095072A2A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10566" y="2982825"/>
            <a:ext cx="914400" cy="914400"/>
          </a:xfrm>
          <a:prstGeom prst="rect">
            <a:avLst/>
          </a:prstGeom>
        </p:spPr>
      </p:pic>
      <p:pic>
        <p:nvPicPr>
          <p:cNvPr id="24" name="Graphic 23">
            <a:extLst>
              <a:ext uri="{FF2B5EF4-FFF2-40B4-BE49-F238E27FC236}">
                <a16:creationId xmlns:a16="http://schemas.microsoft.com/office/drawing/2014/main" id="{5AE4EA34-D1F3-9B82-3907-D10BD6701D8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03499" y="2982825"/>
            <a:ext cx="914400" cy="9144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EA5FFE51-D4C6-B711-EE7D-7163B91F5E9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500020" y="4624972"/>
            <a:ext cx="914400" cy="9144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D14A1372-EC10-0208-D352-B4F23FAC29B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94149" y="4624972"/>
            <a:ext cx="914400" cy="9144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CE4335F6-C3E1-D020-4E21-DB3DBBFD31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888278" y="4624972"/>
            <a:ext cx="914400" cy="914400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4644948-CDB5-6FF7-2961-1567105C4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24303" y="2356287"/>
            <a:ext cx="91663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Recycle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077BF2FD-9A25-8644-1DE7-B4A34B5C2FF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10637" y="1324405"/>
            <a:ext cx="914400" cy="9144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7BF5A09F-434D-2D2A-0865-A527238A9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95797" y="5686369"/>
            <a:ext cx="89770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Shopping cart—gear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369AB0-DD43-C911-A65D-A152D542E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602820" y="2356287"/>
            <a:ext cx="92180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Robot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4B72E86-43AF-620F-3918-296409BFD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5528" y="4011988"/>
            <a:ext cx="9356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Robotics</a:t>
            </a:r>
          </a:p>
        </p:txBody>
      </p:sp>
      <p:pic>
        <p:nvPicPr>
          <p:cNvPr id="55" name="Graphic 54">
            <a:extLst>
              <a:ext uri="{FF2B5EF4-FFF2-40B4-BE49-F238E27FC236}">
                <a16:creationId xmlns:a16="http://schemas.microsoft.com/office/drawing/2014/main" id="{431E43A1-E32E-7C3E-7C07-EF7DD0E1C61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611547" y="1324405"/>
            <a:ext cx="914400" cy="9144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B7F879CA-2894-3948-D950-7B2A9516C362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7634" y="2982825"/>
            <a:ext cx="914400" cy="9144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385C860C-DA6D-D723-4C50-74DC3A1219A5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111762" y="4624972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A5D227-C497-E9E6-8362-4D4B42176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7260" y="2356287"/>
            <a:ext cx="92221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Raft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2C54F7-255C-AB0E-D87E-313B260FEA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84433" y="2356287"/>
            <a:ext cx="95183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Real estate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81F441E7-0ED8-2B9B-01CC-E788393F16E1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10181" y="1324405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47C638B-9EA6-16BB-90F5-3A798F84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65908" y="2356287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lvl="0" algn="ctr">
              <a:defRPr/>
            </a:pPr>
            <a:r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Restaurant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052786-0510-BD64-F74C-F60863F9E6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36121" y="4011988"/>
            <a:ext cx="886964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Sailboat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02A35BF-1B80-CB03-C572-2981871A6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67747" y="40119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Satellite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0152A27-BFD4-29EF-BD9A-6007C1B5B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922145" y="4011988"/>
            <a:ext cx="14579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Scooter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0B2EA6A-B526-F025-F646-BC9A06F4A6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01568" y="4011988"/>
            <a:ext cx="88818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Scooter—connected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noProof="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D079598-8293-9A2A-79A5-60FBAC4EF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98762" y="5690096"/>
            <a:ext cx="120489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Shipment tracking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15EDF4A-45F7-504E-3B4E-E6EA25069A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11475" y="56900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Simulation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D8B57FCD-EF30-4788-DE83-79DE0DC4A89E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211093" y="1324405"/>
            <a:ext cx="914400" cy="9144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69DC943B-A450-B165-0364-A0AE33D2151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115278" y="2982825"/>
            <a:ext cx="914400" cy="9144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EAE7D2A7-E08F-C982-983A-57F6F3C6590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812922" y="2982825"/>
            <a:ext cx="914400" cy="9144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C7756A0E-B2AA-0B58-C45A-C32CB7C32416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7208210" y="2982825"/>
            <a:ext cx="914400" cy="9144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E9F36F0C-70F0-B8FA-3C92-7B0F13F7256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8905854" y="2982825"/>
            <a:ext cx="914400" cy="9144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2EDD3230-8052-05DC-8FCB-84D7A106106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417634" y="4624972"/>
            <a:ext cx="914400" cy="914400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E6D5A06E-1F28-3FB1-C7FD-856CAA19609F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805891" y="4624972"/>
            <a:ext cx="914400" cy="914400"/>
          </a:xfrm>
          <a:prstGeom prst="rect">
            <a:avLst/>
          </a:prstGeom>
        </p:spPr>
      </p:pic>
      <p:pic>
        <p:nvPicPr>
          <p:cNvPr id="3" name="Graphic 12">
            <a:extLst>
              <a:ext uri="{FF2B5EF4-FFF2-40B4-BE49-F238E27FC236}">
                <a16:creationId xmlns:a16="http://schemas.microsoft.com/office/drawing/2014/main" id="{9F78A5E9-7E16-4939-4666-BAE0F2CD5C88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262809" y="1476805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823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5D406-A92D-A3F1-4485-B2E8391C9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452D4-9F5A-E4A7-B314-35D5FFC03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5D986-9FC9-C9BD-3327-7AA2203AFF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E6C1FE-3D3E-037B-653B-76082FD65C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FA14A9C-6333-1EC4-382C-ABBBDEBFDC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372967" y="2353432"/>
            <a:ext cx="114443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Startup/ Entrepreneurial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FA77A1-A945-E38B-6ADD-A2DDB71D64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73173" y="2353432"/>
            <a:ext cx="94120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Stop sign</a:t>
            </a:r>
            <a:endParaRPr lang="en-GB" sz="1200" noProof="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6265420-D336-FE28-D746-BE49C6DA5F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54186" y="2353432"/>
            <a:ext cx="94120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Strategy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0A9D4D7-BC6C-9948-D8E7-8D67292CF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92935" y="2353432"/>
            <a:ext cx="92358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Supply chain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887124-A991-92B9-0628-CEB67DA8C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2969" y="4010576"/>
            <a:ext cx="92358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Sustainability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55B6AA-A8BE-D5F5-CD25-EBDDA10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17733" y="4010576"/>
            <a:ext cx="92035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Talent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8B930BE-3268-DE2E-CEC7-38C51B8E8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5012" y="2353432"/>
            <a:ext cx="92174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Speech</a:t>
            </a:r>
          </a:p>
        </p:txBody>
      </p:sp>
      <p:pic>
        <p:nvPicPr>
          <p:cNvPr id="66" name="Graphic 65">
            <a:extLst>
              <a:ext uri="{FF2B5EF4-FFF2-40B4-BE49-F238E27FC236}">
                <a16:creationId xmlns:a16="http://schemas.microsoft.com/office/drawing/2014/main" id="{F206512B-E55E-9C71-9E98-26B0B6564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969" y="1327640"/>
            <a:ext cx="914400" cy="91440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26A2C779-A5F6-BF1C-F60D-44FDEB7688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85480" y="1329949"/>
            <a:ext cx="914400" cy="914400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F100F15A-B3EE-7A38-43CB-A865E78174F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79980" y="1329949"/>
            <a:ext cx="914400" cy="9144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BF0A3F8D-7395-232D-8AEA-89AF982123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74480" y="1329949"/>
            <a:ext cx="914400" cy="91440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A812CC3C-A432-51AF-A502-B3D5C5434AF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95356" y="1329949"/>
            <a:ext cx="914400" cy="9144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C6720103-C4AE-8A2B-CA5D-27047D96CA1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17563" y="2978770"/>
            <a:ext cx="914400" cy="914400"/>
          </a:xfrm>
          <a:prstGeom prst="rect">
            <a:avLst/>
          </a:prstGeom>
        </p:spPr>
      </p:pic>
      <p:pic>
        <p:nvPicPr>
          <p:cNvPr id="72" name="Graphic 71">
            <a:extLst>
              <a:ext uri="{FF2B5EF4-FFF2-40B4-BE49-F238E27FC236}">
                <a16:creationId xmlns:a16="http://schemas.microsoft.com/office/drawing/2014/main" id="{C4090222-D9F1-C191-69DA-EE89FC13B35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13862" y="2978770"/>
            <a:ext cx="914400" cy="9144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02EE32F-A53B-45C5-2EF5-1CB68251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49804" y="2353432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Speedboat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104BD9B-49DB-7F34-73CB-79D48E17E4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34539" y="2353432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Star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F2A73357-6FB3-6EC6-7DF4-AA729F794A3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107329" y="1440021"/>
            <a:ext cx="914400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3EC2897E-4550-D6CA-1306-61C146B2179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808694" y="1440021"/>
            <a:ext cx="914400" cy="91440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5A79E7E-7FC0-A94A-E984-3071B1FE41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65156" y="4010576"/>
            <a:ext cx="892343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>
                <a:solidFill>
                  <a:srgbClr val="000000"/>
                </a:solidFill>
              </a:rPr>
              <a:t>Target</a:t>
            </a: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F9CFA266-2FEB-5C40-5E0E-A7E0F39C3C6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10161" y="2978770"/>
            <a:ext cx="914400" cy="914400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817FB3B0-6794-43BB-F71D-E689BF77C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40634" y="4010576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Taxi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8D5B0-B032-0728-F3B1-07AA1D89F1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12507" y="5659397"/>
            <a:ext cx="971785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Telecom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4F42E91-59A5-A59D-538C-861E26A76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42160" y="5659397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Train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BF4EF1F-009D-4C7B-46D7-701B852BF6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506460" y="5659397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To do list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ECA9F0A-2728-CB3F-B6D1-65A45A56E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76693" y="5659397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Time/Clock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447C6630-2652-645B-6DDA-AF8B32FC92A3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06460" y="2978770"/>
            <a:ext cx="914400" cy="9144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7994F1AA-72D1-ED87-1491-6DC3B1D1B54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412507" y="4623780"/>
            <a:ext cx="914400" cy="9144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92AFBA80-4C97-A74B-7126-4612A4752096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3809721" y="4623780"/>
            <a:ext cx="914400" cy="9144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9CA93B6E-3E6D-ADB6-91C0-38E61B9A347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508328" y="4623780"/>
            <a:ext cx="914400" cy="9144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F2A7BFF5-A8F6-C469-5512-8A60F6927BAB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905542" y="4623780"/>
            <a:ext cx="914400" cy="9144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E29C3DE-46E4-A078-E8D7-8BB461371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90770" y="401057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noProof="0" dirty="0"/>
              <a:t>Technology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632FDCF-8377-E9D2-7D90-74D53BE050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07791" y="4010576"/>
            <a:ext cx="90937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Technology—digital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537ABF3-90BB-7975-C62E-D6A9117E0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319479" y="4010576"/>
            <a:ext cx="1457925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Technology/Media/ Telecom</a:t>
            </a:r>
            <a:endParaRPr lang="en-GB" sz="1200" noProof="0" dirty="0"/>
          </a:p>
        </p:txBody>
      </p:sp>
      <p:pic>
        <p:nvPicPr>
          <p:cNvPr id="60" name="Graphic 59">
            <a:extLst>
              <a:ext uri="{FF2B5EF4-FFF2-40B4-BE49-F238E27FC236}">
                <a16:creationId xmlns:a16="http://schemas.microsoft.com/office/drawing/2014/main" id="{8167108B-1127-E169-FD34-8CD2315DEEDA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202759" y="2978770"/>
            <a:ext cx="914400" cy="9144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27FFD260-91E4-35A3-52A6-A000CC4A4D7B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8899058" y="2978770"/>
            <a:ext cx="914400" cy="914400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8A8FAD26-F703-B8F2-4092-7B04A0231622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0595356" y="2978770"/>
            <a:ext cx="914400" cy="914400"/>
          </a:xfrm>
          <a:prstGeom prst="rect">
            <a:avLst/>
          </a:prstGeom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A65A5C5B-1F36-A1C6-D582-C955B3D415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7329" y="5659397"/>
            <a:ext cx="923771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Television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4E65B229-8960-23AF-F8B0-71FC007E0398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2111114" y="4623780"/>
            <a:ext cx="914400" cy="914400"/>
          </a:xfrm>
          <a:prstGeom prst="rect">
            <a:avLst/>
          </a:prstGeom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383802C4-6E4C-3645-AE07-8A53DE3430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61016" y="5659397"/>
            <a:ext cx="955508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Travel</a:t>
            </a:r>
          </a:p>
        </p:txBody>
      </p:sp>
      <p:pic>
        <p:nvPicPr>
          <p:cNvPr id="74" name="Graphic 73">
            <a:extLst>
              <a:ext uri="{FF2B5EF4-FFF2-40B4-BE49-F238E27FC236}">
                <a16:creationId xmlns:a16="http://schemas.microsoft.com/office/drawing/2014/main" id="{EA032B6A-6E98-2AA1-85CB-A3B56D1C08E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0604148" y="4623780"/>
            <a:ext cx="914400" cy="914400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58E874CB-0DAA-9331-9E64-A69BD880D4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054407" y="5659397"/>
            <a:ext cx="1204896" cy="274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Tools/Plans/ Design</a:t>
            </a:r>
          </a:p>
          <a:p>
            <a:pPr algn="ctr"/>
            <a:endParaRPr lang="en-GB" sz="1200" dirty="0"/>
          </a:p>
        </p:txBody>
      </p:sp>
      <p:pic>
        <p:nvPicPr>
          <p:cNvPr id="76" name="Graphic 75">
            <a:extLst>
              <a:ext uri="{FF2B5EF4-FFF2-40B4-BE49-F238E27FC236}">
                <a16:creationId xmlns:a16="http://schemas.microsoft.com/office/drawing/2014/main" id="{8059EE33-E098-B918-C330-377C8218C195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7206935" y="462378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678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5EAE1-A88C-39D4-FED3-B19DE72D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A84791-EBA1-E233-95D1-F239DDC8A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0" noProof="0" dirty="0"/>
              <a:t>Pictogram library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43E110-5376-9E8D-B510-DBDBA20E8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124EAB-F32E-8E5C-99A7-2943D35C8F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A86242-AAB3-A05C-E514-4EBE0FF0A9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74523" y="4013295"/>
            <a:ext cx="98755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Water</a:t>
            </a:r>
            <a:endParaRPr lang="en-GB" sz="1200" noProof="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2D514FD-CFFB-F165-0269-0B1A1B2E9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96253" y="4013295"/>
            <a:ext cx="114443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Wealth— </a:t>
            </a:r>
          </a:p>
          <a:p>
            <a:pPr algn="ctr"/>
            <a:r>
              <a:rPr lang="en-GB" sz="1200" dirty="0"/>
              <a:t>Euro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347868E-04E8-4C3D-8146-9035E811A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297405" y="4013295"/>
            <a:ext cx="132538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Wealth—</a:t>
            </a:r>
            <a:br>
              <a:rPr lang="en-GB" sz="1200" dirty="0"/>
            </a:br>
            <a:r>
              <a:rPr lang="en-GB" sz="1200" dirty="0"/>
              <a:t> Pound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B23AE58-3BAA-0BF8-C697-DBCDD325C5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420347" y="4013295"/>
            <a:ext cx="132538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Wind farm</a:t>
            </a:r>
          </a:p>
          <a:p>
            <a:pPr algn="ctr"/>
            <a:endParaRPr lang="en-GB" sz="1200" noProof="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7BDCAEA-759F-E9B8-86B9-646C7E27F5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02610" y="5682244"/>
            <a:ext cx="92358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World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867ED5-2883-15EA-CDE4-0E5A6C62A8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967756" y="4013295"/>
            <a:ext cx="120489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Wealth— </a:t>
            </a:r>
            <a:br>
              <a:rPr lang="en-GB" sz="1200" dirty="0"/>
            </a:br>
            <a:r>
              <a:rPr lang="en-GB" sz="1200" dirty="0"/>
              <a:t>Dollar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DC77083B-8372-A239-DE2F-8B17AAE43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1099" y="2982383"/>
            <a:ext cx="914400" cy="9144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3BC826B4-256E-C3FF-977A-D1A540B9E2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09152" y="2982383"/>
            <a:ext cx="914400" cy="9144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57E30AF-9CCA-0433-BD71-D58BEB893F3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07205" y="2982383"/>
            <a:ext cx="914400" cy="9144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53A6A2C9-8246-CCB9-E522-E517FCACEA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505258" y="2982383"/>
            <a:ext cx="914400" cy="914400"/>
          </a:xfrm>
          <a:prstGeom prst="rect">
            <a:avLst/>
          </a:prstGeom>
        </p:spPr>
      </p:pic>
      <p:pic>
        <p:nvPicPr>
          <p:cNvPr id="44" name="Graphic 43">
            <a:extLst>
              <a:ext uri="{FF2B5EF4-FFF2-40B4-BE49-F238E27FC236}">
                <a16:creationId xmlns:a16="http://schemas.microsoft.com/office/drawing/2014/main" id="{C16629F3-ED07-9D51-E8D6-1E1A16F0718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99417" y="2982383"/>
            <a:ext cx="914400" cy="9144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17B026CC-8B6C-FCAE-FA6F-C34C07BF8B5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807205" y="4623167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202471-CAE9-BD2D-22D5-E71BCE733B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076947" y="5682244"/>
            <a:ext cx="92358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Workforce</a:t>
            </a:r>
          </a:p>
          <a:p>
            <a:pPr algn="ctr"/>
            <a:endParaRPr lang="en-GB" sz="1200" noProof="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782EC1F-94A7-1E46-D0AD-BF748BE7D87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131519" y="4623167"/>
            <a:ext cx="914400" cy="9144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CD1A406-4161-8052-CCA1-03B78E3E97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0435" y="2357741"/>
            <a:ext cx="945484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Truck— connected</a:t>
            </a:r>
          </a:p>
          <a:p>
            <a:pPr algn="ctr"/>
            <a:endParaRPr lang="en-GB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9F978-13EF-9BE4-BA69-22248EE80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801439" y="2357741"/>
            <a:ext cx="91263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Trust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2D3F34-3AF8-4B78-774A-5990319133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32073" y="2357741"/>
            <a:ext cx="995782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Utilities/ Electricity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A32E74-96FF-DAE8-8C0F-AD34254349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942238" y="2357741"/>
            <a:ext cx="82296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Vision</a:t>
            </a:r>
            <a:endParaRPr lang="en-GB" sz="1200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D722E5-4F53-CBD4-68D7-660C501D04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67886" y="2357741"/>
            <a:ext cx="974827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Truck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6D0C58BC-ABFA-C428-DCFE-180DDEB75B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3398" y="1328177"/>
            <a:ext cx="914400" cy="9144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BEE412E-5B15-2501-FBCC-5078B460BCC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110403" y="1328177"/>
            <a:ext cx="914400" cy="9144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FE32D518-06BE-8527-F651-FD351CD85D2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807408" y="1328177"/>
            <a:ext cx="914400" cy="914400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97316E64-330E-6175-709E-4331A62A798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504413" y="1328177"/>
            <a:ext cx="914400" cy="9144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E139D7C5-3ACC-EBE1-D257-978649DFF77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8898423" y="1328177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DF252C6-5A30-AB2B-0166-1BF0CFD48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89817" y="2357741"/>
            <a:ext cx="898436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Video call</a:t>
            </a:r>
          </a:p>
          <a:p>
            <a:pPr algn="ctr"/>
            <a:endParaRPr lang="en-GB" sz="1200" noProof="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518E9E50-7DBF-DD35-B7E6-C5B660C60F2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7201418" y="1328177"/>
            <a:ext cx="914400" cy="9144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83E4D47-C184-8DB0-CCF0-A037CC294F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42251" y="4013295"/>
            <a:ext cx="909923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Weather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C70CF2-5EF6-100A-9FDF-F1F16863B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86446" y="4013295"/>
            <a:ext cx="933780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Wellbeing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DA4271C-1426-A017-A469-7DBB12AC8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6077" y="5682244"/>
            <a:ext cx="935998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Woman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F7791EB-4686-F58B-0AC2-5D0CC19F7D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483048" y="5682244"/>
            <a:ext cx="9540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Worldwide shipping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70B2337-58F4-BF7F-D174-52873C671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0587934" y="2357741"/>
            <a:ext cx="935999" cy="24938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/>
            <a:r>
              <a:rPr lang="en-GB" sz="1200" dirty="0"/>
              <a:t>Warehouse</a:t>
            </a:r>
            <a:r>
              <a:rPr lang="en-GB" sz="1200" dirty="0">
                <a:solidFill>
                  <a:srgbClr val="000000"/>
                </a:solidFill>
              </a:rPr>
              <a:t>*</a:t>
            </a:r>
            <a:endParaRPr lang="en-GB" sz="1200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43B499CC-C381-9128-E580-3B4256E5F6B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0595427" y="1328177"/>
            <a:ext cx="914400" cy="914400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6766D1A0-83FD-E39B-5A99-16AE4A2D14DE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7203311" y="2982383"/>
            <a:ext cx="914400" cy="9144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343FC5C5-1E3A-B006-674C-31E65519A0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901364" y="2982383"/>
            <a:ext cx="914400" cy="91440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0BF5EB6-D751-A192-A229-18C7090247D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414207" y="4626806"/>
            <a:ext cx="914400" cy="9144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CB786F6A-71AA-9A22-94F7-D9F66A90B427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5504413" y="4624022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8835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A801A-7901-5A5B-425F-7908F3D9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>
              <a:lnSpc>
                <a:spcPct val="100000"/>
              </a:lnSpc>
            </a:pPr>
            <a:r>
              <a:rPr lang="en-GB" b="0"/>
              <a:t>Colour palette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C9A445EA-7316-5F70-7D79-6F118B5CB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E6AC032-1535-134B-A583-D5E1DDD0D167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44" name="Footer Placeholder 43">
            <a:extLst>
              <a:ext uri="{FF2B5EF4-FFF2-40B4-BE49-F238E27FC236}">
                <a16:creationId xmlns:a16="http://schemas.microsoft.com/office/drawing/2014/main" id="{840928A3-DFE4-8063-1A7B-01827D8F46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Presentation Title   |   Section Title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3E8834B-4740-E8C7-7AAB-638F512A1444}"/>
              </a:ext>
            </a:extLst>
          </p:cNvPr>
          <p:cNvSpPr txBox="1"/>
          <p:nvPr/>
        </p:nvSpPr>
        <p:spPr bwMode="blackGray">
          <a:xfrm>
            <a:off x="403404" y="1456214"/>
            <a:ext cx="3155733" cy="300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/>
            </a:lvl1pPr>
            <a:lvl2pPr marL="0" lvl="1" indent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latin typeface="+mj-lt"/>
              </a:defRPr>
            </a:lvl2pPr>
            <a:lvl3pPr marL="17145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latin typeface="+mj-lt"/>
              </a:defRPr>
            </a:lvl3pPr>
            <a:lvl4pPr marL="344488" indent="-173038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>
                <a:latin typeface="+mj-lt"/>
              </a:defRPr>
            </a:lvl4pPr>
            <a:lvl5pPr marL="515938" indent="-1714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latin typeface="+mj-l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Text and Background colours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9D40A3-E920-4CAE-BEF1-2D86146691F3}"/>
              </a:ext>
            </a:extLst>
          </p:cNvPr>
          <p:cNvSpPr txBox="1"/>
          <p:nvPr/>
        </p:nvSpPr>
        <p:spPr bwMode="blackGray">
          <a:xfrm>
            <a:off x="3702004" y="1456215"/>
            <a:ext cx="4044340" cy="3090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/>
            </a:lvl1pPr>
            <a:lvl2pPr marL="0" lvl="1" indent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latin typeface="+mj-lt"/>
              </a:defRPr>
            </a:lvl2pPr>
            <a:lvl3pPr marL="17145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latin typeface="+mj-lt"/>
              </a:defRPr>
            </a:lvl3pPr>
            <a:lvl4pPr marL="344488" indent="-173038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>
                <a:latin typeface="+mj-lt"/>
              </a:defRPr>
            </a:lvl4pPr>
            <a:lvl5pPr marL="515938" indent="-1714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latin typeface="+mj-l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Accent colours for charts and tables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934896-CF18-5BEA-1446-6656EA11600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 bwMode="blackGray">
          <a:xfrm>
            <a:off x="403404" y="3458921"/>
            <a:ext cx="3155733" cy="2308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/>
            </a:lvl1pPr>
            <a:lvl2pPr marL="0" lvl="1" indent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latin typeface="+mj-lt"/>
              </a:defRPr>
            </a:lvl2pPr>
            <a:lvl3pPr marL="17145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latin typeface="+mj-lt"/>
              </a:defRPr>
            </a:lvl3pPr>
            <a:lvl4pPr marL="344488" indent="-173038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>
                <a:latin typeface="+mj-lt"/>
              </a:defRPr>
            </a:lvl4pPr>
            <a:lvl5pPr marL="515938" indent="-1714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latin typeface="+mj-l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Custom colours – </a:t>
            </a:r>
            <a:br>
              <a:rPr lang="en-GB"/>
            </a:br>
            <a:r>
              <a:rPr lang="en-GB" noProof="0"/>
              <a:t>tints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FBE2A38-99BC-7F2E-7B43-33D85F2E9A5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 bwMode="blackGray">
          <a:xfrm>
            <a:off x="6158957" y="5520843"/>
            <a:ext cx="5340267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600" noProof="0"/>
              <a:t>Navigation which can be copy/pasted on slides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7F1E8E22-60BB-599F-8200-C96FC3CEC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Gray">
          <a:xfrm>
            <a:off x="6155960" y="5932401"/>
            <a:ext cx="5350759" cy="182880"/>
            <a:chOff x="6096000" y="6476144"/>
            <a:chExt cx="5350759" cy="18288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73F85CFD-3C43-51AF-B4A0-764DD9A4A705}"/>
                </a:ext>
              </a:extLst>
            </p:cNvPr>
            <p:cNvSpPr/>
            <p:nvPr/>
          </p:nvSpPr>
          <p:spPr bwMode="blackGray">
            <a:xfrm>
              <a:off x="6096000" y="6476144"/>
              <a:ext cx="976313" cy="18288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" rIns="36576" rtlCol="0" anchor="ctr"/>
            <a:lstStyle/>
            <a:p>
              <a:r>
                <a:rPr lang="en-GB" sz="900" noProof="0">
                  <a:solidFill>
                    <a:schemeClr val="tx1"/>
                  </a:solidFill>
                  <a:latin typeface="+mj-lt"/>
                </a:rPr>
                <a:t>Cover</a:t>
              </a: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91B4EF1-6204-9607-B9A4-6E6B644AC6F5}"/>
                </a:ext>
              </a:extLst>
            </p:cNvPr>
            <p:cNvSpPr/>
            <p:nvPr/>
          </p:nvSpPr>
          <p:spPr bwMode="blackGray">
            <a:xfrm>
              <a:off x="7189611" y="6476144"/>
              <a:ext cx="976313" cy="1828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" rIns="36576" rtlCol="0" anchor="ctr"/>
            <a:lstStyle/>
            <a:p>
              <a:r>
                <a:rPr lang="en-GB" sz="900" noProof="0">
                  <a:solidFill>
                    <a:schemeClr val="accent5"/>
                  </a:solidFill>
                  <a:latin typeface="+mj-lt"/>
                </a:rPr>
                <a:t>Table of contents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3D875C81-9FA4-8BDC-394F-E2BEC40BD1FB}"/>
                </a:ext>
              </a:extLst>
            </p:cNvPr>
            <p:cNvSpPr/>
            <p:nvPr/>
          </p:nvSpPr>
          <p:spPr bwMode="blackGray">
            <a:xfrm>
              <a:off x="8283222" y="6476144"/>
              <a:ext cx="976313" cy="1828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" rIns="36576" rtlCol="0" anchor="ctr"/>
            <a:lstStyle/>
            <a:p>
              <a:r>
                <a:rPr lang="en-GB" sz="900" noProof="0">
                  <a:solidFill>
                    <a:schemeClr val="accent5"/>
                  </a:solidFill>
                  <a:latin typeface="+mj-lt"/>
                </a:rPr>
                <a:t>Section 1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949E8E1-A00F-D5A7-E809-6198E183543D}"/>
                </a:ext>
              </a:extLst>
            </p:cNvPr>
            <p:cNvSpPr/>
            <p:nvPr/>
          </p:nvSpPr>
          <p:spPr bwMode="blackGray">
            <a:xfrm>
              <a:off x="9376834" y="6476144"/>
              <a:ext cx="976313" cy="1828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" rIns="36576" rtlCol="0" anchor="ctr"/>
            <a:lstStyle/>
            <a:p>
              <a:r>
                <a:rPr lang="en-GB" sz="900" noProof="0">
                  <a:solidFill>
                    <a:schemeClr val="accent5"/>
                  </a:solidFill>
                  <a:latin typeface="+mj-lt"/>
                </a:rPr>
                <a:t>Section 2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1ED5993A-5108-0D58-01CA-F68673232374}"/>
                </a:ext>
              </a:extLst>
            </p:cNvPr>
            <p:cNvSpPr/>
            <p:nvPr/>
          </p:nvSpPr>
          <p:spPr bwMode="blackGray">
            <a:xfrm>
              <a:off x="10470446" y="6476144"/>
              <a:ext cx="976313" cy="18288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4008" rIns="36576" rtlCol="0" anchor="ctr"/>
            <a:lstStyle/>
            <a:p>
              <a:r>
                <a:rPr lang="en-GB" sz="900" noProof="0">
                  <a:solidFill>
                    <a:schemeClr val="accent5"/>
                  </a:solidFill>
                  <a:latin typeface="+mj-lt"/>
                </a:rPr>
                <a:t>Section 3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8954CBCC-13BD-2BC4-3605-2E318CB87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400050" y="1958277"/>
            <a:ext cx="681783" cy="5031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8165CF-D261-F6EE-22E4-02E02DCA6F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1228054" y="1958277"/>
            <a:ext cx="681783" cy="50314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942C9-5418-4382-85D0-D47A896BD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2052704" y="1958277"/>
            <a:ext cx="681783" cy="50314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FF2075-ABA6-47E1-2C6D-38C447490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2877354" y="1958277"/>
            <a:ext cx="681783" cy="50314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1288E2-6E6C-3C46-97DA-660D7C60B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3702004" y="1958277"/>
            <a:ext cx="681783" cy="503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FA8278-630B-E56E-777D-035BD7169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4526654" y="1958277"/>
            <a:ext cx="681783" cy="5031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256592-0DD8-74DF-1A71-29C3171F0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5351304" y="1958277"/>
            <a:ext cx="681783" cy="50314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EF3712-B724-AB86-BB5C-F297FB6FC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6175954" y="1958277"/>
            <a:ext cx="681783" cy="50314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E969F1-AF9C-4439-C557-2E18188AD4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7000604" y="1958277"/>
            <a:ext cx="681783" cy="50314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43A74E-AE53-260D-4A27-1EA27658A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>
            <a:off x="7825250" y="1958277"/>
            <a:ext cx="681783" cy="50314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AC593E-8719-782C-037B-7455F9F35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403404" y="2584931"/>
            <a:ext cx="681783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White Background</a:t>
            </a:r>
          </a:p>
          <a:p>
            <a:pPr algn="ctr"/>
            <a:r>
              <a:rPr lang="en-GB" sz="800" noProof="0"/>
              <a:t>255-255-255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8D5370-C60F-AE8E-338C-8C7F2FF45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122805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Blac</a:t>
            </a:r>
            <a:r>
              <a:rPr lang="en-GB"/>
              <a:t>k Text</a:t>
            </a:r>
            <a:endParaRPr lang="en-GB" noProof="0"/>
          </a:p>
          <a:p>
            <a:r>
              <a:rPr lang="en-GB" noProof="0"/>
              <a:t>0-0-0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38343E-04C8-4D4C-F703-0AFCD2938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205270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Background</a:t>
            </a:r>
          </a:p>
          <a:p>
            <a:r>
              <a:rPr lang="en-GB" noProof="0"/>
              <a:t>235-235-235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23AF1B-B664-4F85-6F90-36177E5BE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287735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Black Text</a:t>
            </a:r>
          </a:p>
          <a:p>
            <a:r>
              <a:rPr lang="en-GB" noProof="0"/>
              <a:t>0-0-0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9C9F93-97EF-4205-5140-5242E56F4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370200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 dirty="0"/>
              <a:t>Orange</a:t>
            </a:r>
          </a:p>
          <a:p>
            <a:r>
              <a:rPr lang="en-GB" noProof="0" dirty="0"/>
              <a:t>253-81-8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82204B-1EEA-73D5-BC34-A6D50DA795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4522637" y="2590011"/>
            <a:ext cx="685800" cy="246221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Medium Orange</a:t>
            </a:r>
          </a:p>
          <a:p>
            <a:r>
              <a:rPr lang="en-GB" noProof="0"/>
              <a:t>254-124-57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BDDE44-3246-0D09-A866-91BC42169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535130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Light Orange</a:t>
            </a:r>
          </a:p>
          <a:p>
            <a:r>
              <a:rPr lang="en-GB" noProof="0"/>
              <a:t>255-170-114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CCA4D3-3E92-9B8A-646E-01FD7815D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617595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Grey</a:t>
            </a:r>
          </a:p>
          <a:p>
            <a:r>
              <a:rPr lang="en-GB" noProof="0"/>
              <a:t>161-168-179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1E74DE0-61FC-BD74-B66D-7FB8198B9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7000604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Medium Grey</a:t>
            </a:r>
          </a:p>
          <a:p>
            <a:r>
              <a:rPr lang="en-GB" noProof="0"/>
              <a:t>181-188-196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CF1C49-FFDB-67D2-1DCA-3BB43291BF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7825250" y="2584931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defRPr sz="800"/>
            </a:lvl1pPr>
          </a:lstStyle>
          <a:p>
            <a:r>
              <a:rPr lang="en-GB" noProof="0"/>
              <a:t>Light Grey</a:t>
            </a:r>
          </a:p>
          <a:p>
            <a:r>
              <a:rPr lang="en-GB" noProof="0"/>
              <a:t>203-209-214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C73A5EB-8D24-AD1B-FF59-FC7D78D85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6179038" y="4499753"/>
            <a:ext cx="685800" cy="502920"/>
          </a:xfrm>
          <a:prstGeom prst="rect">
            <a:avLst/>
          </a:prstGeom>
          <a:solidFill>
            <a:srgbClr val="EEEF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EECF05-3721-F0CF-410E-31149B439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6179038" y="3490654"/>
            <a:ext cx="685800" cy="502920"/>
          </a:xfrm>
          <a:prstGeom prst="rect">
            <a:avLst/>
          </a:prstGeom>
          <a:solidFill>
            <a:srgbClr val="FFE8D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3A1C2AC-D2D4-D162-CF2D-7134EFFF9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5216909" y="3490654"/>
            <a:ext cx="685800" cy="502920"/>
          </a:xfrm>
          <a:prstGeom prst="rect">
            <a:avLst/>
          </a:prstGeom>
          <a:solidFill>
            <a:srgbClr val="FFCD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5CAE3C4-3ADC-EF37-55DB-32A5D7A1B1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4254780" y="3490654"/>
            <a:ext cx="685800" cy="5029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29DEE3-87D1-7482-8301-39C7A91E0E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3292651" y="3490654"/>
            <a:ext cx="685800" cy="5029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9A6561-E125-5DA6-7B00-26EAE2A8C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2330522" y="3490654"/>
            <a:ext cx="685800" cy="502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744BBF5-3609-6ABB-A2C6-223F22E970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7141167" y="3490654"/>
            <a:ext cx="685800" cy="502920"/>
          </a:xfrm>
          <a:prstGeom prst="rect">
            <a:avLst/>
          </a:prstGeom>
          <a:solidFill>
            <a:srgbClr val="FFF5E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98810F-9F28-AE70-ED5B-13E7E660E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7141166" y="4499753"/>
            <a:ext cx="685800" cy="502920"/>
          </a:xfrm>
          <a:prstGeom prst="rect">
            <a:avLst/>
          </a:prstGeom>
          <a:solidFill>
            <a:srgbClr val="F5F7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75030D-FEB2-B90E-03B1-3B9407F36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5216909" y="4499753"/>
            <a:ext cx="685800" cy="502920"/>
          </a:xfrm>
          <a:prstGeom prst="rect">
            <a:avLst/>
          </a:prstGeom>
          <a:solidFill>
            <a:srgbClr val="DFE3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0A211E0-A019-37F3-97F8-D64D04223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4254780" y="4499753"/>
            <a:ext cx="685800" cy="50292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F89F17-C187-349E-F417-F0D5F6168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3292651" y="4499753"/>
            <a:ext cx="685800" cy="50292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3B68B16-BED3-133C-4986-5A5DACE6A6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2330521" y="4499753"/>
            <a:ext cx="685800" cy="5029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B9BE3A6-EAB4-8EB8-17BC-3B22CFE39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blackGray">
          <a:xfrm>
            <a:off x="403404" y="1816937"/>
            <a:ext cx="315573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73A918D-F5C3-9D79-8BAF-FB72390E9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blackGray">
          <a:xfrm>
            <a:off x="3702004" y="1816937"/>
            <a:ext cx="4805029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C88943C-190C-A193-A2C4-712625613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Gray">
          <a:xfrm>
            <a:off x="7979438" y="3385534"/>
            <a:ext cx="1012168" cy="1818456"/>
            <a:chOff x="8575220" y="2245035"/>
            <a:chExt cx="160327" cy="726765"/>
          </a:xfrm>
        </p:grpSpPr>
        <p:sp>
          <p:nvSpPr>
            <p:cNvPr id="50" name="Right Bracket 49">
              <a:extLst>
                <a:ext uri="{FF2B5EF4-FFF2-40B4-BE49-F238E27FC236}">
                  <a16:creationId xmlns:a16="http://schemas.microsoft.com/office/drawing/2014/main" id="{34CB1D7A-A169-2F22-9BE9-4994CAF3CE41}"/>
                </a:ext>
              </a:extLst>
            </p:cNvPr>
            <p:cNvSpPr/>
            <p:nvPr/>
          </p:nvSpPr>
          <p:spPr bwMode="blackGray">
            <a:xfrm>
              <a:off x="8575220" y="2245035"/>
              <a:ext cx="14484" cy="726765"/>
            </a:xfrm>
            <a:prstGeom prst="rightBracket">
              <a:avLst>
                <a:gd name="adj" fmla="val 0"/>
              </a:avLst>
            </a:prstGeom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00E8F786-1AD2-03BD-237F-34D31B6E7396}"/>
                </a:ext>
              </a:extLst>
            </p:cNvPr>
            <p:cNvCxnSpPr>
              <a:cxnSpLocks/>
            </p:cNvCxnSpPr>
            <p:nvPr/>
          </p:nvCxnSpPr>
          <p:spPr bwMode="blackGray">
            <a:xfrm>
              <a:off x="8590706" y="2582167"/>
              <a:ext cx="144841" cy="23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F4A2C51-FD16-F532-34E8-87C48E3A4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 bwMode="blackGray">
          <a:xfrm>
            <a:off x="403404" y="3360304"/>
            <a:ext cx="3155733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161FF29-DE7B-F827-D5AC-8ECDFC47DA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/>
        </p:nvGrpSpPr>
        <p:grpSpPr>
          <a:xfrm>
            <a:off x="8999896" y="1837958"/>
            <a:ext cx="2852928" cy="2897736"/>
            <a:chOff x="9067329" y="1693111"/>
            <a:chExt cx="2834640" cy="2879161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DD29F94-A3FB-6895-2CE7-A2EDAE1B7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6" b="1760"/>
            <a:stretch/>
          </p:blipFill>
          <p:spPr bwMode="blackGray">
            <a:xfrm>
              <a:off x="9113636" y="1693111"/>
              <a:ext cx="2722075" cy="2879161"/>
            </a:xfrm>
            <a:prstGeom prst="rect">
              <a:avLst/>
            </a:prstGeom>
            <a:ln w="12700">
              <a:solidFill>
                <a:schemeClr val="bg1">
                  <a:lumMod val="85000"/>
                </a:schemeClr>
              </a:solidFill>
            </a:ln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1078EBB-8A92-DF9F-DD31-727683DB1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blackGray">
            <a:xfrm>
              <a:off x="9067329" y="1968564"/>
              <a:ext cx="2834640" cy="291439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BCC7CDD-6857-1CC7-201D-5B86CC85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blackGray">
            <a:xfrm>
              <a:off x="9067329" y="3948528"/>
              <a:ext cx="2834640" cy="568643"/>
            </a:xfrm>
            <a:prstGeom prst="rect">
              <a:avLst/>
            </a:prstGeom>
            <a:no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624C85B8-E4FC-C214-29E7-480C4AA8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 bwMode="blackGray">
          <a:xfrm>
            <a:off x="8668446" y="1883474"/>
            <a:ext cx="320039" cy="1097281"/>
            <a:chOff x="8585939" y="2245035"/>
            <a:chExt cx="320039" cy="706932"/>
          </a:xfrm>
        </p:grpSpPr>
        <p:sp>
          <p:nvSpPr>
            <p:cNvPr id="55" name="Right Bracket 54">
              <a:extLst>
                <a:ext uri="{FF2B5EF4-FFF2-40B4-BE49-F238E27FC236}">
                  <a16:creationId xmlns:a16="http://schemas.microsoft.com/office/drawing/2014/main" id="{25DB45E5-DC1E-2AA3-5194-7DD8BACC47C1}"/>
                </a:ext>
              </a:extLst>
            </p:cNvPr>
            <p:cNvSpPr/>
            <p:nvPr/>
          </p:nvSpPr>
          <p:spPr bwMode="blackGray">
            <a:xfrm>
              <a:off x="8585939" y="2245035"/>
              <a:ext cx="45719" cy="706932"/>
            </a:xfrm>
            <a:prstGeom prst="rightBracket">
              <a:avLst>
                <a:gd name="adj" fmla="val 0"/>
              </a:avLst>
            </a:prstGeom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 noProof="0"/>
            </a:p>
          </p:txBody>
        </p: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DE6DB0A5-3E72-4B0D-B7C1-22A135E0888B}"/>
                </a:ext>
              </a:extLst>
            </p:cNvPr>
            <p:cNvCxnSpPr>
              <a:cxnSpLocks/>
            </p:cNvCxnSpPr>
            <p:nvPr/>
          </p:nvCxnSpPr>
          <p:spPr bwMode="blackGray">
            <a:xfrm>
              <a:off x="8631658" y="2466666"/>
              <a:ext cx="274320" cy="0"/>
            </a:xfrm>
            <a:prstGeom prst="line">
              <a:avLst/>
            </a:prstGeom>
            <a:ln>
              <a:solidFill>
                <a:schemeClr val="accent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F5D4EA6F-3B05-120E-2FCF-B542D44008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2328470" y="4031718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Orange</a:t>
            </a:r>
          </a:p>
          <a:p>
            <a:pPr algn="ctr"/>
            <a:r>
              <a:rPr lang="en-GB" sz="800" noProof="0"/>
              <a:t>253-81-8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559FEB4-95D4-9F84-B845-A312F012F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3122786" y="4031718"/>
            <a:ext cx="1010494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Medium Orange</a:t>
            </a:r>
          </a:p>
          <a:p>
            <a:pPr algn="ctr"/>
            <a:r>
              <a:rPr lang="en-GB" sz="800" noProof="0"/>
              <a:t>254-124-57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C88B4C2-6C68-D5C3-4AA4-CC24A681CC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4253703" y="4031718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Light Orange</a:t>
            </a:r>
          </a:p>
          <a:p>
            <a:pPr algn="ctr"/>
            <a:r>
              <a:rPr lang="en-GB" sz="800" noProof="0"/>
              <a:t>255-170-114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38755C9-FE65-831E-4FEA-76C08F6A8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5212374" y="4031718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Orange Tint 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C49A108-28E2-5415-2800-FBC2EF719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6164874" y="4031718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Orange Tint 2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D3ED585-F8EB-A322-C7B7-3B6423EF4D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7123545" y="4031718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Orange Tint 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2358F1-28BD-1F67-90A4-05E509332B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2328470" y="5049997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Grey</a:t>
            </a:r>
          </a:p>
          <a:p>
            <a:pPr algn="ctr"/>
            <a:r>
              <a:rPr lang="en-GB" sz="800" noProof="0"/>
              <a:t>161-168-179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0186D83-CFC2-5377-EA26-C31AD0571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3287141" y="5049997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Medium Grey</a:t>
            </a:r>
          </a:p>
          <a:p>
            <a:pPr algn="ctr"/>
            <a:r>
              <a:rPr lang="en-GB" sz="800" noProof="0"/>
              <a:t>181-188-196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1C52C06-8E6F-68C6-486C-3A305FE79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4253703" y="5049997"/>
            <a:ext cx="681783" cy="2462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Light Grey</a:t>
            </a:r>
          </a:p>
          <a:p>
            <a:pPr algn="ctr"/>
            <a:r>
              <a:rPr lang="en-GB" sz="800" noProof="0"/>
              <a:t>203-209-214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9B2D9DC-FD87-44F8-15BB-78C686007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5212374" y="5049997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Grey Tint 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8E4ED8F-7200-C767-B20E-BBA067816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6164874" y="5049997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Grey Tint 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E625750-748E-B6E2-110A-FF5928BBA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7123545" y="5049997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Grey Tint 3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E5A32B-6069-8EA4-2228-FAF35B8C409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 bwMode="blackGray">
          <a:xfrm>
            <a:off x="403404" y="5501601"/>
            <a:ext cx="3155733" cy="2308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1200"/>
              </a:spcAft>
              <a:buFont typeface="Arial" panose="020B0604020202020204" pitchFamily="34" charset="0"/>
              <a:buNone/>
              <a:defRPr sz="1500" b="1"/>
            </a:lvl1pPr>
            <a:lvl2pPr marL="0" lvl="1" indent="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None/>
              <a:defRPr sz="1400">
                <a:latin typeface="+mj-lt"/>
              </a:defRPr>
            </a:lvl2pPr>
            <a:lvl3pPr marL="171450" indent="-171450">
              <a:lnSpc>
                <a:spcPct val="12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400">
                <a:latin typeface="+mj-lt"/>
              </a:defRPr>
            </a:lvl3pPr>
            <a:lvl4pPr marL="344488" indent="-173038">
              <a:lnSpc>
                <a:spcPct val="125000"/>
              </a:lnSpc>
              <a:spcBef>
                <a:spcPts val="600"/>
              </a:spcBef>
              <a:buFont typeface="Georgia" panose="02040502050405020303" pitchFamily="18" charset="0"/>
              <a:buChar char="–"/>
              <a:defRPr sz="1400">
                <a:latin typeface="+mj-lt"/>
              </a:defRPr>
            </a:lvl4pPr>
            <a:lvl5pPr marL="515938" indent="-1714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§"/>
              <a:defRPr sz="1400">
                <a:latin typeface="+mj-lt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GB" noProof="0"/>
              <a:t>Status colours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027EDF1-6E74-C6A2-81D4-A280A6530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2324452" y="5543764"/>
            <a:ext cx="6858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5390CAE-BC57-A025-B085-284AC6EE4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3292651" y="5543764"/>
            <a:ext cx="685800" cy="502920"/>
          </a:xfrm>
          <a:prstGeom prst="rect">
            <a:avLst/>
          </a:prstGeom>
          <a:solidFill>
            <a:srgbClr val="E9B01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3B2453D6-8808-FBCB-AC23-6CB1279B9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blackGray">
          <a:xfrm rot="10800000" flipV="1">
            <a:off x="4245501" y="5543764"/>
            <a:ext cx="685800" cy="502920"/>
          </a:xfrm>
          <a:prstGeom prst="rect">
            <a:avLst/>
          </a:prstGeom>
          <a:solidFill>
            <a:srgbClr val="DD26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DF328B-1860-F7CD-B4D7-19B5B0DD8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2337997" y="6113905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5-150-105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9A2488F-5FD6-F7B8-3EE3-BDA149DD0F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3296668" y="6113905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233-176-31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3DB6C08-0C5A-AABE-458A-262B01A7D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 bwMode="blackGray">
          <a:xfrm>
            <a:off x="4263230" y="6113905"/>
            <a:ext cx="681783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GB" sz="800" noProof="0"/>
              <a:t>220-38-38</a:t>
            </a: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502947CF-9E95-7282-8A74-A8B2D7800B31}"/>
              </a:ext>
            </a:extLst>
          </p:cNvPr>
          <p:cNvGrpSpPr/>
          <p:nvPr/>
        </p:nvGrpSpPr>
        <p:grpSpPr>
          <a:xfrm>
            <a:off x="-802640" y="0"/>
            <a:ext cx="750480" cy="2404460"/>
            <a:chOff x="-802640" y="0"/>
            <a:chExt cx="750480" cy="2404460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50213DDB-4A26-B0E2-79F4-A209DC1BFF00}"/>
                </a:ext>
              </a:extLst>
            </p:cNvPr>
            <p:cNvSpPr/>
            <p:nvPr/>
          </p:nvSpPr>
          <p:spPr>
            <a:xfrm>
              <a:off x="-802640" y="0"/>
              <a:ext cx="360000" cy="360000"/>
            </a:xfrm>
            <a:prstGeom prst="rect">
              <a:avLst/>
            </a:prstGeom>
            <a:solidFill>
              <a:srgbClr val="A2A8B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6B08D4F8-F88B-10E3-CB34-57EC1926D9B0}"/>
                </a:ext>
              </a:extLst>
            </p:cNvPr>
            <p:cNvSpPr/>
            <p:nvPr/>
          </p:nvSpPr>
          <p:spPr>
            <a:xfrm>
              <a:off x="-412160" y="0"/>
              <a:ext cx="360000" cy="360000"/>
            </a:xfrm>
            <a:prstGeom prst="rect">
              <a:avLst/>
            </a:prstGeom>
            <a:solidFill>
              <a:srgbClr val="F34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2597F407-E19E-E990-A3B9-79E51EBE2925}"/>
                </a:ext>
              </a:extLst>
            </p:cNvPr>
            <p:cNvSpPr/>
            <p:nvPr/>
          </p:nvSpPr>
          <p:spPr>
            <a:xfrm>
              <a:off x="-802640" y="408892"/>
              <a:ext cx="360000" cy="360000"/>
            </a:xfrm>
            <a:prstGeom prst="rect">
              <a:avLst/>
            </a:prstGeom>
            <a:solidFill>
              <a:srgbClr val="B6BCC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0FB93CDE-8A94-B0D1-9A73-081423D1AB79}"/>
                </a:ext>
              </a:extLst>
            </p:cNvPr>
            <p:cNvSpPr/>
            <p:nvPr/>
          </p:nvSpPr>
          <p:spPr>
            <a:xfrm>
              <a:off x="-412160" y="408892"/>
              <a:ext cx="360000" cy="360000"/>
            </a:xfrm>
            <a:prstGeom prst="rect">
              <a:avLst/>
            </a:prstGeom>
            <a:solidFill>
              <a:srgbClr val="F57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5376F7E2-8833-0406-C74A-72024E10A263}"/>
                </a:ext>
              </a:extLst>
            </p:cNvPr>
            <p:cNvSpPr/>
            <p:nvPr/>
          </p:nvSpPr>
          <p:spPr>
            <a:xfrm>
              <a:off x="-802640" y="817784"/>
              <a:ext cx="360000" cy="360000"/>
            </a:xfrm>
            <a:prstGeom prst="rect">
              <a:avLst/>
            </a:prstGeom>
            <a:solidFill>
              <a:srgbClr val="CCD1D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8B11102-77F6-87FA-1390-F784EF1CE87C}"/>
                </a:ext>
              </a:extLst>
            </p:cNvPr>
            <p:cNvSpPr/>
            <p:nvPr/>
          </p:nvSpPr>
          <p:spPr>
            <a:xfrm>
              <a:off x="-412160" y="817784"/>
              <a:ext cx="360000" cy="360000"/>
            </a:xfrm>
            <a:prstGeom prst="rect">
              <a:avLst/>
            </a:prstGeom>
            <a:solidFill>
              <a:srgbClr val="F8A96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1F56FA70-30BF-1300-A2FA-D4D0FCCAD80B}"/>
                </a:ext>
              </a:extLst>
            </p:cNvPr>
            <p:cNvSpPr/>
            <p:nvPr/>
          </p:nvSpPr>
          <p:spPr>
            <a:xfrm>
              <a:off x="-802640" y="1226676"/>
              <a:ext cx="360000" cy="360000"/>
            </a:xfrm>
            <a:prstGeom prst="rect">
              <a:avLst/>
            </a:prstGeom>
            <a:solidFill>
              <a:srgbClr val="DFE3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EDE07C31-117C-B785-5D59-A6E7BD868DC1}"/>
                </a:ext>
              </a:extLst>
            </p:cNvPr>
            <p:cNvSpPr/>
            <p:nvPr/>
          </p:nvSpPr>
          <p:spPr>
            <a:xfrm>
              <a:off x="-412160" y="1226676"/>
              <a:ext cx="360000" cy="360000"/>
            </a:xfrm>
            <a:prstGeom prst="rect">
              <a:avLst/>
            </a:prstGeom>
            <a:solidFill>
              <a:srgbClr val="FACDA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C5FD6670-B91D-C03A-F0E0-1FE0EC2F8A83}"/>
                </a:ext>
              </a:extLst>
            </p:cNvPr>
            <p:cNvSpPr/>
            <p:nvPr/>
          </p:nvSpPr>
          <p:spPr>
            <a:xfrm>
              <a:off x="-802640" y="1635568"/>
              <a:ext cx="360000" cy="360000"/>
            </a:xfrm>
            <a:prstGeom prst="rect">
              <a:avLst/>
            </a:prstGeom>
            <a:solidFill>
              <a:srgbClr val="EEEF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AEE02A13-1FD1-6E7A-508F-7A55B389A99E}"/>
                </a:ext>
              </a:extLst>
            </p:cNvPr>
            <p:cNvSpPr/>
            <p:nvPr/>
          </p:nvSpPr>
          <p:spPr>
            <a:xfrm>
              <a:off x="-412160" y="1635568"/>
              <a:ext cx="360000" cy="360000"/>
            </a:xfrm>
            <a:prstGeom prst="rect">
              <a:avLst/>
            </a:prstGeom>
            <a:solidFill>
              <a:srgbClr val="FDE8D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965E8E0C-648C-AC80-D467-BE4846FFDEFB}"/>
                </a:ext>
              </a:extLst>
            </p:cNvPr>
            <p:cNvSpPr/>
            <p:nvPr/>
          </p:nvSpPr>
          <p:spPr>
            <a:xfrm>
              <a:off x="-802640" y="2044460"/>
              <a:ext cx="360000" cy="360000"/>
            </a:xfrm>
            <a:prstGeom prst="rect">
              <a:avLst/>
            </a:prstGeom>
            <a:solidFill>
              <a:srgbClr val="F5F7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3D79EDED-8BE2-B365-12B8-13D845608AF4}"/>
                </a:ext>
              </a:extLst>
            </p:cNvPr>
            <p:cNvSpPr/>
            <p:nvPr/>
          </p:nvSpPr>
          <p:spPr>
            <a:xfrm>
              <a:off x="-412160" y="2044460"/>
              <a:ext cx="360000" cy="360000"/>
            </a:xfrm>
            <a:prstGeom prst="rect">
              <a:avLst/>
            </a:prstGeom>
            <a:solidFill>
              <a:srgbClr val="FEF5E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1504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89581F2-593A-89D6-A13D-D744F359C1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2430" y="1946275"/>
            <a:ext cx="8520907" cy="1482725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b="0" dirty="0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47427-AF5F-80D7-55B7-5131ED20F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99063" y="4824413"/>
            <a:ext cx="6602412" cy="1628775"/>
          </a:xfrm>
        </p:spPr>
        <p:txBody>
          <a:bodyPr rIns="0"/>
          <a:lstStyle/>
          <a:p>
            <a:r>
              <a:rPr lang="en-US" dirty="0">
                <a:sym typeface="Arial"/>
              </a:rPr>
              <a:t>©2026 Samil PwC. All rights reserved. PwC refers to the PwC network and/or one or more of its member firms, each of which is a separate legal entity. Please see pwc.com/structure for further details.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2714884229"/>
      </p:ext>
    </p:extLst>
  </p:cSld>
  <p:clrMapOvr>
    <a:masterClrMapping/>
  </p:clrMapOvr>
</p:sld>
</file>

<file path=ppt/theme/theme1.xml><?xml version="1.0" encoding="utf-8"?>
<a:theme xmlns:a="http://schemas.openxmlformats.org/drawingml/2006/main" name="PwC Slide Master">
  <a:themeElements>
    <a:clrScheme name="PwC Office Colours">
      <a:dk1>
        <a:srgbClr val="000000"/>
      </a:dk1>
      <a:lt1>
        <a:srgbClr val="FFFFFF"/>
      </a:lt1>
      <a:dk2>
        <a:srgbClr val="000000"/>
      </a:dk2>
      <a:lt2>
        <a:srgbClr val="EBEBEB"/>
      </a:lt2>
      <a:accent1>
        <a:srgbClr val="FD5108"/>
      </a:accent1>
      <a:accent2>
        <a:srgbClr val="FE7C39"/>
      </a:accent2>
      <a:accent3>
        <a:srgbClr val="FFAA72"/>
      </a:accent3>
      <a:accent4>
        <a:srgbClr val="A1A8B3"/>
      </a:accent4>
      <a:accent5>
        <a:srgbClr val="B5BCC4"/>
      </a:accent5>
      <a:accent6>
        <a:srgbClr val="CBD1D6"/>
      </a:accent6>
      <a:hlink>
        <a:srgbClr val="000000"/>
      </a:hlink>
      <a:folHlink>
        <a:srgbClr val="A1A8B3"/>
      </a:folHlink>
    </a:clrScheme>
    <a:fontScheme name="Samil PwC">
      <a:majorFont>
        <a:latin typeface="Georgia"/>
        <a:ea typeface="바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600" dirty="0" err="1" smtClean="0">
            <a:latin typeface="+mj-lt"/>
          </a:defRPr>
        </a:defPPr>
      </a:lstStyle>
    </a:txDef>
  </a:objectDefaults>
  <a:extraClrSchemeLst/>
  <a:custClrLst>
    <a:custClr name="Orange">
      <a:srgbClr val="FD5108"/>
    </a:custClr>
    <a:custClr name="Medium Orange">
      <a:srgbClr val="FE7C39"/>
    </a:custClr>
    <a:custClr name="Light Orange">
      <a:srgbClr val="FFAA72"/>
    </a:custClr>
    <a:custClr name="Orange Tint 1">
      <a:srgbClr val="FFCDA8"/>
    </a:custClr>
    <a:custClr name="Orange Tint 2">
      <a:srgbClr val="FFE8D4"/>
    </a:custClr>
    <a:custClr name="Orange Tint 3">
      <a:srgbClr val="FFF5ED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Grey">
      <a:srgbClr val="A1A8B3"/>
    </a:custClr>
    <a:custClr name="Medium Grey">
      <a:srgbClr val="B5BCC4"/>
    </a:custClr>
    <a:custClr name="Light Grey">
      <a:srgbClr val="CBD1D6"/>
    </a:custClr>
    <a:custClr name="Grey Tint 1">
      <a:srgbClr val="DFE3E6"/>
    </a:custClr>
    <a:custClr name="Grey Tint 2">
      <a:srgbClr val="EEEFF1"/>
    </a:custClr>
    <a:custClr name="Grey Tint 3">
      <a:srgbClr val="F5F7F8"/>
    </a:custClr>
  </a:custClrLst>
  <a:extLst>
    <a:ext uri="{05A4C25C-085E-4340-85A3-A5531E510DB2}">
      <thm15:themeFamily xmlns:thm15="http://schemas.microsoft.com/office/thememl/2012/main" name="PwC_ppt_template" id="{0B296F49-9839-BE48-A6B0-07FAE54AD4FB}" vid="{251455FA-3AFB-1547-9744-D9A8067329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02454D1-E47C-8143-BD11-D1CE754A9956}">
  <we:reference id="2cb3dfe7-199f-46bf-bb56-17a7fca0f469" version="14.1.0.1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3F2D0F04BB0DB42B2FDE4D06CD1A70C" ma:contentTypeVersion="10" ma:contentTypeDescription="새 문서를 만듭니다." ma:contentTypeScope="" ma:versionID="5fa117eb64fe02b3514ca8aa290fe6f7">
  <xsd:schema xmlns:xsd="http://www.w3.org/2001/XMLSchema" xmlns:xs="http://www.w3.org/2001/XMLSchema" xmlns:p="http://schemas.microsoft.com/office/2006/metadata/properties" xmlns:ns2="6665b9b9-8f78-4972-bf8a-76f04da54d32" xmlns:ns3="f5bd8770-594c-4ea9-80a0-2c59dffdb66e" targetNamespace="http://schemas.microsoft.com/office/2006/metadata/properties" ma:root="true" ma:fieldsID="994c3d03e9e45e4dd5ae09eec21a8937" ns2:_="" ns3:_="">
    <xsd:import namespace="6665b9b9-8f78-4972-bf8a-76f04da54d32"/>
    <xsd:import namespace="f5bd8770-594c-4ea9-80a0-2c59dffdb66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65b9b9-8f78-4972-bf8a-76f04da54d32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47bde53e-b0a2-4e98-8550-8a152603f3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bd8770-594c-4ea9-80a0-2c59dffdb66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084beed-7c3f-48d3-811a-3412843daa24}" ma:internalName="TaxCatchAll" ma:showField="CatchAllData" ma:web="f5bd8770-594c-4ea9-80a0-2c59dffdb66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665b9b9-8f78-4972-bf8a-76f04da54d32">
      <Terms xmlns="http://schemas.microsoft.com/office/infopath/2007/PartnerControls"/>
    </lcf76f155ced4ddcb4097134ff3c332f>
    <TaxCatchAll xmlns="f5bd8770-594c-4ea9-80a0-2c59dffdb66e" xsi:nil="true"/>
  </documentManagement>
</p:properties>
</file>

<file path=customXml/itemProps1.xml><?xml version="1.0" encoding="utf-8"?>
<ds:datastoreItem xmlns:ds="http://schemas.openxmlformats.org/officeDocument/2006/customXml" ds:itemID="{0C265105-FE1D-453C-BB54-B143C57411F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299F590-5B58-4D30-8C96-A56CE4EE1DB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65b9b9-8f78-4972-bf8a-76f04da54d32"/>
    <ds:schemaRef ds:uri="f5bd8770-594c-4ea9-80a0-2c59dffdb66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758F2C-2961-4F3E-AF6C-A7AAF8C806B2}">
  <ds:schemaRefs>
    <ds:schemaRef ds:uri="http://schemas.openxmlformats.org/package/2006/metadata/core-properties"/>
    <ds:schemaRef ds:uri="http://purl.org/dc/dcmitype/"/>
    <ds:schemaRef ds:uri="http://www.w3.org/XML/1998/namespace"/>
    <ds:schemaRef ds:uri="f5bd8770-594c-4ea9-80a0-2c59dffdb66e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6665b9b9-8f78-4972-bf8a-76f04da54d32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PwC_ppt_template (1)</Template>
  <TotalTime>1065</TotalTime>
  <Words>867</Words>
  <Application>Microsoft Office PowerPoint</Application>
  <PresentationFormat>와이드스크린</PresentationFormat>
  <Paragraphs>439</Paragraphs>
  <Slides>16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맑은 고딕</vt:lpstr>
      <vt:lpstr>Arial</vt:lpstr>
      <vt:lpstr>Georgia</vt:lpstr>
      <vt:lpstr>Wingdings</vt:lpstr>
      <vt:lpstr>PwC Slide Master</vt:lpstr>
      <vt:lpstr>Icons &amp; Pictograms</vt:lpstr>
      <vt:lpstr>Icon library</vt:lpstr>
      <vt:lpstr>Icon library</vt:lpstr>
      <vt:lpstr>Icon library</vt:lpstr>
      <vt:lpstr>Pictogram library</vt:lpstr>
      <vt:lpstr>Pictogram library</vt:lpstr>
      <vt:lpstr>Pictogram library</vt:lpstr>
      <vt:lpstr>Pictogram library </vt:lpstr>
      <vt:lpstr>Pictogram library </vt:lpstr>
      <vt:lpstr>Pictogram library </vt:lpstr>
      <vt:lpstr>Pictogram library </vt:lpstr>
      <vt:lpstr>Pictogram library </vt:lpstr>
      <vt:lpstr>Pictogram library </vt:lpstr>
      <vt:lpstr>Pictogram library </vt:lpstr>
      <vt:lpstr>Colour palette</vt:lpstr>
      <vt:lpstr>Thank you</vt:lpstr>
    </vt:vector>
  </TitlesOfParts>
  <Company>PricewaterhouseCoopers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Hye-Won Kim (KR - IFS)</dc:creator>
  <cp:lastModifiedBy>Hyeyeon Kim (KR - ADVS)</cp:lastModifiedBy>
  <cp:revision>25</cp:revision>
  <dcterms:created xsi:type="dcterms:W3CDTF">2025-05-12T13:29:09Z</dcterms:created>
  <dcterms:modified xsi:type="dcterms:W3CDTF">2026-04-13T09:14:40Z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0x010100C3F2D0F04BB0DB42B2FDE4D06CD1A70C</vt:lpwstr>
  </property>
  <property fmtid="{D5CDD505-2E9C-101B-9397-08002B2CF9AE}" pid="3" name="MediaServiceImageTags">
    <vt:lpwstr/>
  </property>
</Properties>
</file>